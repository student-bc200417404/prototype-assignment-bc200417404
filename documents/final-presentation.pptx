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4304" r:id="rId1"/>
  </p:sldMasterIdLst>
  <p:notesMasterIdLst>
    <p:notesMasterId r:id="rId20"/>
  </p:notesMasterIdLst>
  <p:sldIdLst>
    <p:sldId id="274" r:id="rId2"/>
    <p:sldId id="275" r:id="rId3"/>
    <p:sldId id="276" r:id="rId4"/>
    <p:sldId id="277" r:id="rId5"/>
    <p:sldId id="278" r:id="rId6"/>
    <p:sldId id="279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91" r:id="rId19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Calibri Light" panose="020F0302020204030204" pitchFamily="34" charset="0"/>
      <p:regular r:id="rId25"/>
      <p:italic r:id="rId2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90" y="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C184747-54E2-460C-BBAE-DCF589633178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552B002-33DB-4501-B781-63D8D5592B68}">
      <dgm:prSet phldrT="[Text]"/>
      <dgm:spPr/>
      <dgm:t>
        <a:bodyPr/>
        <a:lstStyle/>
        <a:p>
          <a:r>
            <a:rPr lang="en-US" smtClean="0"/>
            <a:t>Manual processes are slow &amp; repetitive</a:t>
          </a:r>
          <a:endParaRPr lang="en-US"/>
        </a:p>
      </dgm:t>
    </dgm:pt>
    <dgm:pt modelId="{C32AA221-C8E0-4C6E-B4CB-9994E61D7D8E}" type="parTrans" cxnId="{DED788A1-F79D-40A8-B286-BCE8425038FA}">
      <dgm:prSet/>
      <dgm:spPr/>
      <dgm:t>
        <a:bodyPr/>
        <a:lstStyle/>
        <a:p>
          <a:endParaRPr lang="en-US"/>
        </a:p>
      </dgm:t>
    </dgm:pt>
    <dgm:pt modelId="{F31FCD0A-B88A-4CD7-B74A-0114A894CCC1}" type="sibTrans" cxnId="{DED788A1-F79D-40A8-B286-BCE8425038FA}">
      <dgm:prSet/>
      <dgm:spPr/>
      <dgm:t>
        <a:bodyPr/>
        <a:lstStyle/>
        <a:p>
          <a:endParaRPr lang="en-US"/>
        </a:p>
      </dgm:t>
    </dgm:pt>
    <dgm:pt modelId="{AB709CD8-6E77-4C1F-8627-A4770E8407E2}">
      <dgm:prSet phldrT="[Text]"/>
      <dgm:spPr/>
      <dgm:t>
        <a:bodyPr/>
        <a:lstStyle/>
        <a:p>
          <a:r>
            <a:rPr lang="en-US" dirty="0" smtClean="0"/>
            <a:t>Customers face delays in ordering/reserving</a:t>
          </a:r>
          <a:endParaRPr lang="en-US" dirty="0"/>
        </a:p>
      </dgm:t>
    </dgm:pt>
    <dgm:pt modelId="{3DF63DAD-5A23-4BAB-9851-F171D5D166DE}" type="parTrans" cxnId="{8259E75B-D2C9-4C25-959C-13D1650A9BC2}">
      <dgm:prSet/>
      <dgm:spPr/>
      <dgm:t>
        <a:bodyPr/>
        <a:lstStyle/>
        <a:p>
          <a:endParaRPr lang="en-US"/>
        </a:p>
      </dgm:t>
    </dgm:pt>
    <dgm:pt modelId="{7E8BA932-F450-41A1-8415-0AEC227F0615}" type="sibTrans" cxnId="{8259E75B-D2C9-4C25-959C-13D1650A9BC2}">
      <dgm:prSet/>
      <dgm:spPr/>
      <dgm:t>
        <a:bodyPr/>
        <a:lstStyle/>
        <a:p>
          <a:endParaRPr lang="en-US"/>
        </a:p>
      </dgm:t>
    </dgm:pt>
    <dgm:pt modelId="{5479A2D3-DA1C-478F-9718-89510EB044B9}">
      <dgm:prSet phldrT="[Text]"/>
      <dgm:spPr/>
      <dgm:t>
        <a:bodyPr/>
        <a:lstStyle/>
        <a:p>
          <a:r>
            <a:rPr lang="en-US" dirty="0" smtClean="0"/>
            <a:t>Staff overwhelmed with frequent queries</a:t>
          </a:r>
          <a:endParaRPr lang="en-US" dirty="0"/>
        </a:p>
      </dgm:t>
    </dgm:pt>
    <dgm:pt modelId="{6EDF38C6-06CA-426E-B5B9-13AD51ADD5B7}" type="parTrans" cxnId="{35145523-2EAF-4BD4-BA42-F5B2A471616F}">
      <dgm:prSet/>
      <dgm:spPr/>
      <dgm:t>
        <a:bodyPr/>
        <a:lstStyle/>
        <a:p>
          <a:endParaRPr lang="en-US"/>
        </a:p>
      </dgm:t>
    </dgm:pt>
    <dgm:pt modelId="{E34CEBF7-E826-4022-A3A5-B93253BD8897}" type="sibTrans" cxnId="{35145523-2EAF-4BD4-BA42-F5B2A471616F}">
      <dgm:prSet/>
      <dgm:spPr/>
      <dgm:t>
        <a:bodyPr/>
        <a:lstStyle/>
        <a:p>
          <a:endParaRPr lang="en-US"/>
        </a:p>
      </dgm:t>
    </dgm:pt>
    <dgm:pt modelId="{C1616D4B-1B49-462B-9213-F11FA56D1EE7}">
      <dgm:prSet phldrT="[Text]"/>
      <dgm:spPr/>
      <dgm:t>
        <a:bodyPr/>
        <a:lstStyle/>
        <a:p>
          <a:r>
            <a:rPr lang="en-US" smtClean="0"/>
            <a:t>Solution: Smart, automated, real-time chatbot</a:t>
          </a:r>
          <a:endParaRPr lang="en-US" dirty="0"/>
        </a:p>
      </dgm:t>
    </dgm:pt>
    <dgm:pt modelId="{71446B25-8A53-435B-8009-257A7DC8EFC9}" type="parTrans" cxnId="{895B38BA-7E20-4D74-86C7-A11BCE867852}">
      <dgm:prSet/>
      <dgm:spPr/>
      <dgm:t>
        <a:bodyPr/>
        <a:lstStyle/>
        <a:p>
          <a:endParaRPr lang="en-US"/>
        </a:p>
      </dgm:t>
    </dgm:pt>
    <dgm:pt modelId="{123EFC6C-99E0-4EDB-B264-8A216BEFA9B4}" type="sibTrans" cxnId="{895B38BA-7E20-4D74-86C7-A11BCE867852}">
      <dgm:prSet/>
      <dgm:spPr/>
      <dgm:t>
        <a:bodyPr/>
        <a:lstStyle/>
        <a:p>
          <a:endParaRPr lang="en-US"/>
        </a:p>
      </dgm:t>
    </dgm:pt>
    <dgm:pt modelId="{BCE683C0-C11A-4395-B61D-695FD045EF55}" type="pres">
      <dgm:prSet presAssocID="{2C184747-54E2-460C-BBAE-DCF589633178}" presName="linear" presStyleCnt="0">
        <dgm:presLayoutVars>
          <dgm:dir/>
          <dgm:animLvl val="lvl"/>
          <dgm:resizeHandles val="exact"/>
        </dgm:presLayoutVars>
      </dgm:prSet>
      <dgm:spPr/>
    </dgm:pt>
    <dgm:pt modelId="{00D9B481-D315-41FA-8936-2B6620574ECE}" type="pres">
      <dgm:prSet presAssocID="{C552B002-33DB-4501-B781-63D8D5592B68}" presName="parentLin" presStyleCnt="0"/>
      <dgm:spPr/>
    </dgm:pt>
    <dgm:pt modelId="{9EAE0C0D-B4ED-4A6C-AC50-5F5F8FF4CF7A}" type="pres">
      <dgm:prSet presAssocID="{C552B002-33DB-4501-B781-63D8D5592B68}" presName="parentLeftMargin" presStyleLbl="node1" presStyleIdx="0" presStyleCnt="4"/>
      <dgm:spPr/>
    </dgm:pt>
    <dgm:pt modelId="{606A73FA-6F25-4D55-9925-2A067897F980}" type="pres">
      <dgm:prSet presAssocID="{C552B002-33DB-4501-B781-63D8D5592B68}" presName="parentText" presStyleLbl="node1" presStyleIdx="0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E8303F-903E-4BE0-A348-294C17F8787A}" type="pres">
      <dgm:prSet presAssocID="{C552B002-33DB-4501-B781-63D8D5592B68}" presName="negativeSpace" presStyleCnt="0"/>
      <dgm:spPr/>
    </dgm:pt>
    <dgm:pt modelId="{D9D8A4CD-9B08-4D89-B3D0-6B35DB8C6EC7}" type="pres">
      <dgm:prSet presAssocID="{C552B002-33DB-4501-B781-63D8D5592B68}" presName="childText" presStyleLbl="conFgAcc1" presStyleIdx="0" presStyleCnt="4">
        <dgm:presLayoutVars>
          <dgm:bulletEnabled val="1"/>
        </dgm:presLayoutVars>
      </dgm:prSet>
      <dgm:spPr/>
    </dgm:pt>
    <dgm:pt modelId="{C7214DE0-FBC8-4E19-A600-A4C235852218}" type="pres">
      <dgm:prSet presAssocID="{F31FCD0A-B88A-4CD7-B74A-0114A894CCC1}" presName="spaceBetweenRectangles" presStyleCnt="0"/>
      <dgm:spPr/>
    </dgm:pt>
    <dgm:pt modelId="{489628C9-3826-4155-83BA-C4B1B1C9105F}" type="pres">
      <dgm:prSet presAssocID="{AB709CD8-6E77-4C1F-8627-A4770E8407E2}" presName="parentLin" presStyleCnt="0"/>
      <dgm:spPr/>
    </dgm:pt>
    <dgm:pt modelId="{179D8EDF-D5F3-42E2-B618-42826CA896C2}" type="pres">
      <dgm:prSet presAssocID="{AB709CD8-6E77-4C1F-8627-A4770E8407E2}" presName="parentLeftMargin" presStyleLbl="node1" presStyleIdx="0" presStyleCnt="4"/>
      <dgm:spPr/>
    </dgm:pt>
    <dgm:pt modelId="{107EDD48-67DD-4BF8-917F-4E64BCA398F7}" type="pres">
      <dgm:prSet presAssocID="{AB709CD8-6E77-4C1F-8627-A4770E8407E2}" presName="parentText" presStyleLbl="node1" presStyleIdx="1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39E4CD2-38C3-44FA-8A9A-1660101E3231}" type="pres">
      <dgm:prSet presAssocID="{AB709CD8-6E77-4C1F-8627-A4770E8407E2}" presName="negativeSpace" presStyleCnt="0"/>
      <dgm:spPr/>
    </dgm:pt>
    <dgm:pt modelId="{AF437E1B-1DD8-42B2-A3A4-22816A0E70F9}" type="pres">
      <dgm:prSet presAssocID="{AB709CD8-6E77-4C1F-8627-A4770E8407E2}" presName="childText" presStyleLbl="conFgAcc1" presStyleIdx="1" presStyleCnt="4">
        <dgm:presLayoutVars>
          <dgm:bulletEnabled val="1"/>
        </dgm:presLayoutVars>
      </dgm:prSet>
      <dgm:spPr/>
    </dgm:pt>
    <dgm:pt modelId="{7582A86F-DC2A-4C95-AEB3-75EC4D35D374}" type="pres">
      <dgm:prSet presAssocID="{7E8BA932-F450-41A1-8415-0AEC227F0615}" presName="spaceBetweenRectangles" presStyleCnt="0"/>
      <dgm:spPr/>
    </dgm:pt>
    <dgm:pt modelId="{244EB17C-EF7F-4957-8ECB-5F51600373BA}" type="pres">
      <dgm:prSet presAssocID="{5479A2D3-DA1C-478F-9718-89510EB044B9}" presName="parentLin" presStyleCnt="0"/>
      <dgm:spPr/>
    </dgm:pt>
    <dgm:pt modelId="{DE92AFD8-B3F5-45EF-9B6A-F03DF43291CF}" type="pres">
      <dgm:prSet presAssocID="{5479A2D3-DA1C-478F-9718-89510EB044B9}" presName="parentLeftMargin" presStyleLbl="node1" presStyleIdx="1" presStyleCnt="4"/>
      <dgm:spPr/>
    </dgm:pt>
    <dgm:pt modelId="{E4C8DB7D-A971-4A50-BBAC-527FFA7C6D30}" type="pres">
      <dgm:prSet presAssocID="{5479A2D3-DA1C-478F-9718-89510EB044B9}" presName="parentText" presStyleLbl="node1" presStyleIdx="2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B15AE27-4EDD-4C6B-B63C-C98A7D542B4D}" type="pres">
      <dgm:prSet presAssocID="{5479A2D3-DA1C-478F-9718-89510EB044B9}" presName="negativeSpace" presStyleCnt="0"/>
      <dgm:spPr/>
    </dgm:pt>
    <dgm:pt modelId="{A91FBE9E-8880-4CCA-ACCB-2728663FE953}" type="pres">
      <dgm:prSet presAssocID="{5479A2D3-DA1C-478F-9718-89510EB044B9}" presName="childText" presStyleLbl="conFgAcc1" presStyleIdx="2" presStyleCnt="4">
        <dgm:presLayoutVars>
          <dgm:bulletEnabled val="1"/>
        </dgm:presLayoutVars>
      </dgm:prSet>
      <dgm:spPr/>
    </dgm:pt>
    <dgm:pt modelId="{07C8EF04-5C30-4637-97D1-AD567E986521}" type="pres">
      <dgm:prSet presAssocID="{E34CEBF7-E826-4022-A3A5-B93253BD8897}" presName="spaceBetweenRectangles" presStyleCnt="0"/>
      <dgm:spPr/>
    </dgm:pt>
    <dgm:pt modelId="{534111B4-293D-4ED2-8406-7640E8E98819}" type="pres">
      <dgm:prSet presAssocID="{C1616D4B-1B49-462B-9213-F11FA56D1EE7}" presName="parentLin" presStyleCnt="0"/>
      <dgm:spPr/>
    </dgm:pt>
    <dgm:pt modelId="{42ECC390-C333-4EEC-BC5E-127078379C2F}" type="pres">
      <dgm:prSet presAssocID="{C1616D4B-1B49-462B-9213-F11FA56D1EE7}" presName="parentLeftMargin" presStyleLbl="node1" presStyleIdx="2" presStyleCnt="4"/>
      <dgm:spPr/>
    </dgm:pt>
    <dgm:pt modelId="{131A0E0E-A21B-4416-8CC6-9CCB521BFE2E}" type="pres">
      <dgm:prSet presAssocID="{C1616D4B-1B49-462B-9213-F11FA56D1EE7}" presName="parentText" presStyleLbl="node1" presStyleIdx="3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DED9AA1-7DC7-4F73-AB34-ACFF35E717FF}" type="pres">
      <dgm:prSet presAssocID="{C1616D4B-1B49-462B-9213-F11FA56D1EE7}" presName="negativeSpace" presStyleCnt="0"/>
      <dgm:spPr/>
    </dgm:pt>
    <dgm:pt modelId="{ACD32D19-386D-4468-805B-A8D828D3A4A2}" type="pres">
      <dgm:prSet presAssocID="{C1616D4B-1B49-462B-9213-F11FA56D1EE7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67B098FE-1DDE-4FEE-895F-8EB1EB326746}" type="presOf" srcId="{5479A2D3-DA1C-478F-9718-89510EB044B9}" destId="{DE92AFD8-B3F5-45EF-9B6A-F03DF43291CF}" srcOrd="0" destOrd="0" presId="urn:microsoft.com/office/officeart/2005/8/layout/list1"/>
    <dgm:cxn modelId="{DED788A1-F79D-40A8-B286-BCE8425038FA}" srcId="{2C184747-54E2-460C-BBAE-DCF589633178}" destId="{C552B002-33DB-4501-B781-63D8D5592B68}" srcOrd="0" destOrd="0" parTransId="{C32AA221-C8E0-4C6E-B4CB-9994E61D7D8E}" sibTransId="{F31FCD0A-B88A-4CD7-B74A-0114A894CCC1}"/>
    <dgm:cxn modelId="{4D7BCFCD-AA13-44E3-984C-65EF1426D020}" type="presOf" srcId="{AB709CD8-6E77-4C1F-8627-A4770E8407E2}" destId="{107EDD48-67DD-4BF8-917F-4E64BCA398F7}" srcOrd="1" destOrd="0" presId="urn:microsoft.com/office/officeart/2005/8/layout/list1"/>
    <dgm:cxn modelId="{59BC207B-0809-47CD-A39F-C02EF05AAB44}" type="presOf" srcId="{C1616D4B-1B49-462B-9213-F11FA56D1EE7}" destId="{42ECC390-C333-4EEC-BC5E-127078379C2F}" srcOrd="0" destOrd="0" presId="urn:microsoft.com/office/officeart/2005/8/layout/list1"/>
    <dgm:cxn modelId="{2E964AEB-3E8F-4BE0-8504-4A3790629D16}" type="presOf" srcId="{2C184747-54E2-460C-BBAE-DCF589633178}" destId="{BCE683C0-C11A-4395-B61D-695FD045EF55}" srcOrd="0" destOrd="0" presId="urn:microsoft.com/office/officeart/2005/8/layout/list1"/>
    <dgm:cxn modelId="{8259E75B-D2C9-4C25-959C-13D1650A9BC2}" srcId="{2C184747-54E2-460C-BBAE-DCF589633178}" destId="{AB709CD8-6E77-4C1F-8627-A4770E8407E2}" srcOrd="1" destOrd="0" parTransId="{3DF63DAD-5A23-4BAB-9851-F171D5D166DE}" sibTransId="{7E8BA932-F450-41A1-8415-0AEC227F0615}"/>
    <dgm:cxn modelId="{722C7FC4-4230-4344-B368-BBDA3CC6DBD0}" type="presOf" srcId="{C1616D4B-1B49-462B-9213-F11FA56D1EE7}" destId="{131A0E0E-A21B-4416-8CC6-9CCB521BFE2E}" srcOrd="1" destOrd="0" presId="urn:microsoft.com/office/officeart/2005/8/layout/list1"/>
    <dgm:cxn modelId="{9FDE3251-F324-4509-8916-03489EA17BA5}" type="presOf" srcId="{AB709CD8-6E77-4C1F-8627-A4770E8407E2}" destId="{179D8EDF-D5F3-42E2-B618-42826CA896C2}" srcOrd="0" destOrd="0" presId="urn:microsoft.com/office/officeart/2005/8/layout/list1"/>
    <dgm:cxn modelId="{895B38BA-7E20-4D74-86C7-A11BCE867852}" srcId="{2C184747-54E2-460C-BBAE-DCF589633178}" destId="{C1616D4B-1B49-462B-9213-F11FA56D1EE7}" srcOrd="3" destOrd="0" parTransId="{71446B25-8A53-435B-8009-257A7DC8EFC9}" sibTransId="{123EFC6C-99E0-4EDB-B264-8A216BEFA9B4}"/>
    <dgm:cxn modelId="{F8B02407-DE6B-4F27-AA4A-2A06B973754F}" type="presOf" srcId="{5479A2D3-DA1C-478F-9718-89510EB044B9}" destId="{E4C8DB7D-A971-4A50-BBAC-527FFA7C6D30}" srcOrd="1" destOrd="0" presId="urn:microsoft.com/office/officeart/2005/8/layout/list1"/>
    <dgm:cxn modelId="{536176F4-C541-475B-9C5D-2844375D0C29}" type="presOf" srcId="{C552B002-33DB-4501-B781-63D8D5592B68}" destId="{9EAE0C0D-B4ED-4A6C-AC50-5F5F8FF4CF7A}" srcOrd="0" destOrd="0" presId="urn:microsoft.com/office/officeart/2005/8/layout/list1"/>
    <dgm:cxn modelId="{35145523-2EAF-4BD4-BA42-F5B2A471616F}" srcId="{2C184747-54E2-460C-BBAE-DCF589633178}" destId="{5479A2D3-DA1C-478F-9718-89510EB044B9}" srcOrd="2" destOrd="0" parTransId="{6EDF38C6-06CA-426E-B5B9-13AD51ADD5B7}" sibTransId="{E34CEBF7-E826-4022-A3A5-B93253BD8897}"/>
    <dgm:cxn modelId="{E8994B91-CF80-49C5-965B-3CBB5FA81289}" type="presOf" srcId="{C552B002-33DB-4501-B781-63D8D5592B68}" destId="{606A73FA-6F25-4D55-9925-2A067897F980}" srcOrd="1" destOrd="0" presId="urn:microsoft.com/office/officeart/2005/8/layout/list1"/>
    <dgm:cxn modelId="{8A294998-7E77-4D1C-95F1-AFC719C1D69F}" type="presParOf" srcId="{BCE683C0-C11A-4395-B61D-695FD045EF55}" destId="{00D9B481-D315-41FA-8936-2B6620574ECE}" srcOrd="0" destOrd="0" presId="urn:microsoft.com/office/officeart/2005/8/layout/list1"/>
    <dgm:cxn modelId="{05807C4E-918A-4C9E-B30C-B952703D1CBC}" type="presParOf" srcId="{00D9B481-D315-41FA-8936-2B6620574ECE}" destId="{9EAE0C0D-B4ED-4A6C-AC50-5F5F8FF4CF7A}" srcOrd="0" destOrd="0" presId="urn:microsoft.com/office/officeart/2005/8/layout/list1"/>
    <dgm:cxn modelId="{631DF664-83DE-4345-B0A8-4622DEBABB65}" type="presParOf" srcId="{00D9B481-D315-41FA-8936-2B6620574ECE}" destId="{606A73FA-6F25-4D55-9925-2A067897F980}" srcOrd="1" destOrd="0" presId="urn:microsoft.com/office/officeart/2005/8/layout/list1"/>
    <dgm:cxn modelId="{E54DCBF8-81B7-4BE3-B109-CFAE0EFD655C}" type="presParOf" srcId="{BCE683C0-C11A-4395-B61D-695FD045EF55}" destId="{48E8303F-903E-4BE0-A348-294C17F8787A}" srcOrd="1" destOrd="0" presId="urn:microsoft.com/office/officeart/2005/8/layout/list1"/>
    <dgm:cxn modelId="{3B74EA62-30EA-4DA4-8585-2B9D164911E7}" type="presParOf" srcId="{BCE683C0-C11A-4395-B61D-695FD045EF55}" destId="{D9D8A4CD-9B08-4D89-B3D0-6B35DB8C6EC7}" srcOrd="2" destOrd="0" presId="urn:microsoft.com/office/officeart/2005/8/layout/list1"/>
    <dgm:cxn modelId="{6D9CD648-7B9A-46B7-8AEF-9017DC714ED1}" type="presParOf" srcId="{BCE683C0-C11A-4395-B61D-695FD045EF55}" destId="{C7214DE0-FBC8-4E19-A600-A4C235852218}" srcOrd="3" destOrd="0" presId="urn:microsoft.com/office/officeart/2005/8/layout/list1"/>
    <dgm:cxn modelId="{550CEB43-AFCF-478D-A5FF-00B1B787AD4A}" type="presParOf" srcId="{BCE683C0-C11A-4395-B61D-695FD045EF55}" destId="{489628C9-3826-4155-83BA-C4B1B1C9105F}" srcOrd="4" destOrd="0" presId="urn:microsoft.com/office/officeart/2005/8/layout/list1"/>
    <dgm:cxn modelId="{A49FA2E1-F1F6-438C-8E58-6B549DBA41A9}" type="presParOf" srcId="{489628C9-3826-4155-83BA-C4B1B1C9105F}" destId="{179D8EDF-D5F3-42E2-B618-42826CA896C2}" srcOrd="0" destOrd="0" presId="urn:microsoft.com/office/officeart/2005/8/layout/list1"/>
    <dgm:cxn modelId="{8D4946A7-BDEF-4CA4-89B9-4EFEDEC240FE}" type="presParOf" srcId="{489628C9-3826-4155-83BA-C4B1B1C9105F}" destId="{107EDD48-67DD-4BF8-917F-4E64BCA398F7}" srcOrd="1" destOrd="0" presId="urn:microsoft.com/office/officeart/2005/8/layout/list1"/>
    <dgm:cxn modelId="{75B68A42-4FC5-4EB3-8182-46EDF2E36916}" type="presParOf" srcId="{BCE683C0-C11A-4395-B61D-695FD045EF55}" destId="{339E4CD2-38C3-44FA-8A9A-1660101E3231}" srcOrd="5" destOrd="0" presId="urn:microsoft.com/office/officeart/2005/8/layout/list1"/>
    <dgm:cxn modelId="{1A59342E-A225-40F4-973E-F37800A14D04}" type="presParOf" srcId="{BCE683C0-C11A-4395-B61D-695FD045EF55}" destId="{AF437E1B-1DD8-42B2-A3A4-22816A0E70F9}" srcOrd="6" destOrd="0" presId="urn:microsoft.com/office/officeart/2005/8/layout/list1"/>
    <dgm:cxn modelId="{4F0DE46A-2A14-457D-9E34-E69A3002FD91}" type="presParOf" srcId="{BCE683C0-C11A-4395-B61D-695FD045EF55}" destId="{7582A86F-DC2A-4C95-AEB3-75EC4D35D374}" srcOrd="7" destOrd="0" presId="urn:microsoft.com/office/officeart/2005/8/layout/list1"/>
    <dgm:cxn modelId="{1F7EA3FD-8B3F-4000-9EC4-904A65530529}" type="presParOf" srcId="{BCE683C0-C11A-4395-B61D-695FD045EF55}" destId="{244EB17C-EF7F-4957-8ECB-5F51600373BA}" srcOrd="8" destOrd="0" presId="urn:microsoft.com/office/officeart/2005/8/layout/list1"/>
    <dgm:cxn modelId="{DAE7822B-0B5D-4804-9A45-0FD602A92501}" type="presParOf" srcId="{244EB17C-EF7F-4957-8ECB-5F51600373BA}" destId="{DE92AFD8-B3F5-45EF-9B6A-F03DF43291CF}" srcOrd="0" destOrd="0" presId="urn:microsoft.com/office/officeart/2005/8/layout/list1"/>
    <dgm:cxn modelId="{BCD440CC-0E34-43A3-AE84-33FF94CE6E2B}" type="presParOf" srcId="{244EB17C-EF7F-4957-8ECB-5F51600373BA}" destId="{E4C8DB7D-A971-4A50-BBAC-527FFA7C6D30}" srcOrd="1" destOrd="0" presId="urn:microsoft.com/office/officeart/2005/8/layout/list1"/>
    <dgm:cxn modelId="{84B76DD6-5A9E-4B58-BA7D-062A57251158}" type="presParOf" srcId="{BCE683C0-C11A-4395-B61D-695FD045EF55}" destId="{5B15AE27-4EDD-4C6B-B63C-C98A7D542B4D}" srcOrd="9" destOrd="0" presId="urn:microsoft.com/office/officeart/2005/8/layout/list1"/>
    <dgm:cxn modelId="{6934E0C7-1183-4A96-BB2D-28EBCFAC80B5}" type="presParOf" srcId="{BCE683C0-C11A-4395-B61D-695FD045EF55}" destId="{A91FBE9E-8880-4CCA-ACCB-2728663FE953}" srcOrd="10" destOrd="0" presId="urn:microsoft.com/office/officeart/2005/8/layout/list1"/>
    <dgm:cxn modelId="{39D246A7-7F05-440C-BAC3-BC2D05A47C8E}" type="presParOf" srcId="{BCE683C0-C11A-4395-B61D-695FD045EF55}" destId="{07C8EF04-5C30-4637-97D1-AD567E986521}" srcOrd="11" destOrd="0" presId="urn:microsoft.com/office/officeart/2005/8/layout/list1"/>
    <dgm:cxn modelId="{6E417D03-D54C-4975-BF8D-598775A89934}" type="presParOf" srcId="{BCE683C0-C11A-4395-B61D-695FD045EF55}" destId="{534111B4-293D-4ED2-8406-7640E8E98819}" srcOrd="12" destOrd="0" presId="urn:microsoft.com/office/officeart/2005/8/layout/list1"/>
    <dgm:cxn modelId="{015EEC94-17E5-4781-B042-364EA6737047}" type="presParOf" srcId="{534111B4-293D-4ED2-8406-7640E8E98819}" destId="{42ECC390-C333-4EEC-BC5E-127078379C2F}" srcOrd="0" destOrd="0" presId="urn:microsoft.com/office/officeart/2005/8/layout/list1"/>
    <dgm:cxn modelId="{09935CE0-5FDE-4805-BEF4-EC7473DB51F5}" type="presParOf" srcId="{534111B4-293D-4ED2-8406-7640E8E98819}" destId="{131A0E0E-A21B-4416-8CC6-9CCB521BFE2E}" srcOrd="1" destOrd="0" presId="urn:microsoft.com/office/officeart/2005/8/layout/list1"/>
    <dgm:cxn modelId="{1DBA8064-0662-4B5E-9DC6-C93FE5947482}" type="presParOf" srcId="{BCE683C0-C11A-4395-B61D-695FD045EF55}" destId="{9DED9AA1-7DC7-4F73-AB34-ACFF35E717FF}" srcOrd="13" destOrd="0" presId="urn:microsoft.com/office/officeart/2005/8/layout/list1"/>
    <dgm:cxn modelId="{E831338D-52C4-408C-8701-F3FC86008ACD}" type="presParOf" srcId="{BCE683C0-C11A-4395-B61D-695FD045EF55}" destId="{ACD32D19-386D-4468-805B-A8D828D3A4A2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86AD992-9EAE-4E94-9EA3-716391E51405}" type="doc">
      <dgm:prSet loTypeId="urn:microsoft.com/office/officeart/2005/8/layout/p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C993F88-2B05-4808-9D92-A652D370CFE4}">
      <dgm:prSet phldrT="[Text]"/>
      <dgm:spPr/>
      <dgm:t>
        <a:bodyPr/>
        <a:lstStyle/>
        <a:p>
          <a:r>
            <a:rPr lang="en-US" dirty="0" smtClean="0"/>
            <a:t>Automate common restaurant tasks</a:t>
          </a:r>
          <a:endParaRPr lang="en-US" dirty="0"/>
        </a:p>
      </dgm:t>
    </dgm:pt>
    <dgm:pt modelId="{C05E4258-B34A-4AC7-AF6D-F54DAEE399C2}" type="parTrans" cxnId="{0FCA868F-59BB-4EFF-B6B6-FDCD4C9338BC}">
      <dgm:prSet/>
      <dgm:spPr/>
      <dgm:t>
        <a:bodyPr/>
        <a:lstStyle/>
        <a:p>
          <a:endParaRPr lang="en-US"/>
        </a:p>
      </dgm:t>
    </dgm:pt>
    <dgm:pt modelId="{595C9A4C-310D-4E85-918B-DF63DB749902}" type="sibTrans" cxnId="{0FCA868F-59BB-4EFF-B6B6-FDCD4C9338BC}">
      <dgm:prSet/>
      <dgm:spPr/>
      <dgm:t>
        <a:bodyPr/>
        <a:lstStyle/>
        <a:p>
          <a:endParaRPr lang="en-US"/>
        </a:p>
      </dgm:t>
    </dgm:pt>
    <dgm:pt modelId="{1D3E9973-2E25-4F9F-8F48-4EC524AD3CD2}">
      <dgm:prSet phldrT="[Text]"/>
      <dgm:spPr/>
      <dgm:t>
        <a:bodyPr/>
        <a:lstStyle/>
        <a:p>
          <a:r>
            <a:rPr lang="en-US" dirty="0" smtClean="0"/>
            <a:t>Improve customer experience using NLP</a:t>
          </a:r>
          <a:endParaRPr lang="en-US" dirty="0"/>
        </a:p>
      </dgm:t>
    </dgm:pt>
    <dgm:pt modelId="{D06ED2A4-FA46-488E-ADB2-D8B81E6B006F}" type="parTrans" cxnId="{5C47C930-A601-4DA6-9F8B-39929B2E2D3E}">
      <dgm:prSet/>
      <dgm:spPr/>
      <dgm:t>
        <a:bodyPr/>
        <a:lstStyle/>
        <a:p>
          <a:endParaRPr lang="en-US"/>
        </a:p>
      </dgm:t>
    </dgm:pt>
    <dgm:pt modelId="{13CF9BC5-463C-4A75-B675-5F3B6DE81CDF}" type="sibTrans" cxnId="{5C47C930-A601-4DA6-9F8B-39929B2E2D3E}">
      <dgm:prSet/>
      <dgm:spPr/>
      <dgm:t>
        <a:bodyPr/>
        <a:lstStyle/>
        <a:p>
          <a:endParaRPr lang="en-US"/>
        </a:p>
      </dgm:t>
    </dgm:pt>
    <dgm:pt modelId="{D1B33E03-96A0-4A0B-AF95-2CB2FCBA1548}">
      <dgm:prSet phldrT="[Text]"/>
      <dgm:spPr/>
      <dgm:t>
        <a:bodyPr/>
        <a:lstStyle/>
        <a:p>
          <a:r>
            <a:rPr lang="en-US" dirty="0" smtClean="0"/>
            <a:t>Provide admin control over menu/orders</a:t>
          </a:r>
          <a:endParaRPr lang="en-US" dirty="0"/>
        </a:p>
      </dgm:t>
    </dgm:pt>
    <dgm:pt modelId="{59ABDCF1-6855-4235-BAF1-29DA44586928}" type="parTrans" cxnId="{A3E1BADA-2B3D-4DDA-B7A4-E6C6CFFA56BA}">
      <dgm:prSet/>
      <dgm:spPr/>
      <dgm:t>
        <a:bodyPr/>
        <a:lstStyle/>
        <a:p>
          <a:endParaRPr lang="en-US"/>
        </a:p>
      </dgm:t>
    </dgm:pt>
    <dgm:pt modelId="{ACBBA5CE-592A-4C72-B432-F236D5497E85}" type="sibTrans" cxnId="{A3E1BADA-2B3D-4DDA-B7A4-E6C6CFFA56BA}">
      <dgm:prSet/>
      <dgm:spPr/>
      <dgm:t>
        <a:bodyPr/>
        <a:lstStyle/>
        <a:p>
          <a:endParaRPr lang="en-US"/>
        </a:p>
      </dgm:t>
    </dgm:pt>
    <dgm:pt modelId="{DB6AC754-C3B3-4155-AADC-2DCC4FB4EB6A}">
      <dgm:prSet phldrT="[Text]"/>
      <dgm:spPr/>
      <dgm:t>
        <a:bodyPr/>
        <a:lstStyle/>
        <a:p>
          <a:r>
            <a:rPr lang="en-US" dirty="0" smtClean="0"/>
            <a:t>Real-time sync between </a:t>
          </a:r>
          <a:r>
            <a:rPr lang="en-US" dirty="0" err="1" smtClean="0"/>
            <a:t>chatbot</a:t>
          </a:r>
          <a:r>
            <a:rPr lang="en-US" dirty="0" smtClean="0"/>
            <a:t> and backend</a:t>
          </a:r>
          <a:endParaRPr lang="en-US" dirty="0"/>
        </a:p>
      </dgm:t>
    </dgm:pt>
    <dgm:pt modelId="{70493AB7-AC90-4A9B-9C5C-122E7462043B}" type="parTrans" cxnId="{3336F663-D9AE-4F3A-A3E4-33C1DB4DC31C}">
      <dgm:prSet/>
      <dgm:spPr/>
      <dgm:t>
        <a:bodyPr/>
        <a:lstStyle/>
        <a:p>
          <a:endParaRPr lang="en-US"/>
        </a:p>
      </dgm:t>
    </dgm:pt>
    <dgm:pt modelId="{9829696C-8CC3-418B-93D6-1EA7E2FCEA4A}" type="sibTrans" cxnId="{3336F663-D9AE-4F3A-A3E4-33C1DB4DC31C}">
      <dgm:prSet/>
      <dgm:spPr/>
      <dgm:t>
        <a:bodyPr/>
        <a:lstStyle/>
        <a:p>
          <a:endParaRPr lang="en-US"/>
        </a:p>
      </dgm:t>
    </dgm:pt>
    <dgm:pt modelId="{951E17A8-F253-4E32-8BEA-B030BB5BD580}" type="pres">
      <dgm:prSet presAssocID="{C86AD992-9EAE-4E94-9EA3-716391E51405}" presName="Name0" presStyleCnt="0">
        <dgm:presLayoutVars>
          <dgm:dir/>
          <dgm:resizeHandles val="exact"/>
        </dgm:presLayoutVars>
      </dgm:prSet>
      <dgm:spPr/>
    </dgm:pt>
    <dgm:pt modelId="{428E83FB-A065-4CD0-B8CD-BA244D55242F}" type="pres">
      <dgm:prSet presAssocID="{4C993F88-2B05-4808-9D92-A652D370CFE4}" presName="compNode" presStyleCnt="0"/>
      <dgm:spPr/>
    </dgm:pt>
    <dgm:pt modelId="{FB6296B9-CD60-42B5-B494-33580270E737}" type="pres">
      <dgm:prSet presAssocID="{4C993F88-2B05-4808-9D92-A652D370CFE4}" presName="pictRect" presStyleLbl="node1" presStyleIdx="0" presStyleCnt="4"/>
      <dgm:spPr>
        <a:blipFill rotWithShape="1">
          <a:blip xmlns:r="http://schemas.openxmlformats.org/officeDocument/2006/relationships" r:embed="rId1"/>
          <a:stretch>
            <a:fillRect/>
          </a:stretch>
        </a:blipFill>
      </dgm:spPr>
    </dgm:pt>
    <dgm:pt modelId="{79710FD4-2913-4E1D-8F31-0BA22C5C9250}" type="pres">
      <dgm:prSet presAssocID="{4C993F88-2B05-4808-9D92-A652D370CFE4}" presName="textRect" presStyleLbl="revTx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6C28426-7A88-47B0-94B9-B7245A9DEEDB}" type="pres">
      <dgm:prSet presAssocID="{595C9A4C-310D-4E85-918B-DF63DB749902}" presName="sibTrans" presStyleLbl="sibTrans2D1" presStyleIdx="0" presStyleCnt="0"/>
      <dgm:spPr/>
    </dgm:pt>
    <dgm:pt modelId="{4C0857C6-F569-41B7-ADBA-2A636E01925A}" type="pres">
      <dgm:prSet presAssocID="{1D3E9973-2E25-4F9F-8F48-4EC524AD3CD2}" presName="compNode" presStyleCnt="0"/>
      <dgm:spPr/>
    </dgm:pt>
    <dgm:pt modelId="{0430D23A-F4DD-4AE5-BA69-310193FD020E}" type="pres">
      <dgm:prSet presAssocID="{1D3E9973-2E25-4F9F-8F48-4EC524AD3CD2}" presName="pictRect" presStyleLbl="node1" presStyleIdx="1" presStyleCnt="4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3000" b="-23000"/>
          </a:stretch>
        </a:blipFill>
      </dgm:spPr>
    </dgm:pt>
    <dgm:pt modelId="{3F091736-7E71-498D-84AC-DC7C44D648F4}" type="pres">
      <dgm:prSet presAssocID="{1D3E9973-2E25-4F9F-8F48-4EC524AD3CD2}" presName="textRect" presStyleLbl="revTx" presStyleIdx="1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CA335AD-B365-442A-8F7E-245EC1CC63ED}" type="pres">
      <dgm:prSet presAssocID="{13CF9BC5-463C-4A75-B675-5F3B6DE81CDF}" presName="sibTrans" presStyleLbl="sibTrans2D1" presStyleIdx="0" presStyleCnt="0"/>
      <dgm:spPr/>
    </dgm:pt>
    <dgm:pt modelId="{AA64085C-521B-415E-9A7B-09C65A50F1D0}" type="pres">
      <dgm:prSet presAssocID="{D1B33E03-96A0-4A0B-AF95-2CB2FCBA1548}" presName="compNode" presStyleCnt="0"/>
      <dgm:spPr/>
    </dgm:pt>
    <dgm:pt modelId="{D52DC613-18D5-46F3-81AD-F43CAB3A2BE2}" type="pres">
      <dgm:prSet presAssocID="{D1B33E03-96A0-4A0B-AF95-2CB2FCBA1548}" presName="pictRect" presStyleLbl="node1" presStyleIdx="2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3000" b="-23000"/>
          </a:stretch>
        </a:blipFill>
      </dgm:spPr>
    </dgm:pt>
    <dgm:pt modelId="{D68F1179-13F6-4A40-876B-817F5BFDC6D2}" type="pres">
      <dgm:prSet presAssocID="{D1B33E03-96A0-4A0B-AF95-2CB2FCBA1548}" presName="textRect" presStyleLbl="revTx" presStyleIdx="2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1DF26B4-65DE-45E4-ACD7-D6427109A5FA}" type="pres">
      <dgm:prSet presAssocID="{ACBBA5CE-592A-4C72-B432-F236D5497E85}" presName="sibTrans" presStyleLbl="sibTrans2D1" presStyleIdx="0" presStyleCnt="0"/>
      <dgm:spPr/>
    </dgm:pt>
    <dgm:pt modelId="{45DB9344-A7A7-4070-9348-2AD6E81F9E2A}" type="pres">
      <dgm:prSet presAssocID="{DB6AC754-C3B3-4155-AADC-2DCC4FB4EB6A}" presName="compNode" presStyleCnt="0"/>
      <dgm:spPr/>
    </dgm:pt>
    <dgm:pt modelId="{EBACEB49-1460-4FC8-8AED-AE5E713D2571}" type="pres">
      <dgm:prSet presAssocID="{DB6AC754-C3B3-4155-AADC-2DCC4FB4EB6A}" presName="pictRect" presStyleLbl="node1" presStyleIdx="3" presStyleCnt="4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3000" b="-23000"/>
          </a:stretch>
        </a:blipFill>
      </dgm:spPr>
    </dgm:pt>
    <dgm:pt modelId="{63CF6511-35E3-4338-8DBA-DE858BBD9411}" type="pres">
      <dgm:prSet presAssocID="{DB6AC754-C3B3-4155-AADC-2DCC4FB4EB6A}" presName="textRect" presStyleLbl="revTx" presStyleIdx="3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A3E1BADA-2B3D-4DDA-B7A4-E6C6CFFA56BA}" srcId="{C86AD992-9EAE-4E94-9EA3-716391E51405}" destId="{D1B33E03-96A0-4A0B-AF95-2CB2FCBA1548}" srcOrd="2" destOrd="0" parTransId="{59ABDCF1-6855-4235-BAF1-29DA44586928}" sibTransId="{ACBBA5CE-592A-4C72-B432-F236D5497E85}"/>
    <dgm:cxn modelId="{0FCA868F-59BB-4EFF-B6B6-FDCD4C9338BC}" srcId="{C86AD992-9EAE-4E94-9EA3-716391E51405}" destId="{4C993F88-2B05-4808-9D92-A652D370CFE4}" srcOrd="0" destOrd="0" parTransId="{C05E4258-B34A-4AC7-AF6D-F54DAEE399C2}" sibTransId="{595C9A4C-310D-4E85-918B-DF63DB749902}"/>
    <dgm:cxn modelId="{EACB1119-133E-4845-8A20-48EDB3A29FEE}" type="presOf" srcId="{D1B33E03-96A0-4A0B-AF95-2CB2FCBA1548}" destId="{D68F1179-13F6-4A40-876B-817F5BFDC6D2}" srcOrd="0" destOrd="0" presId="urn:microsoft.com/office/officeart/2005/8/layout/pList1"/>
    <dgm:cxn modelId="{21796827-3218-4E5E-A7A9-4ADAE8A01FF9}" type="presOf" srcId="{C86AD992-9EAE-4E94-9EA3-716391E51405}" destId="{951E17A8-F253-4E32-8BEA-B030BB5BD580}" srcOrd="0" destOrd="0" presId="urn:microsoft.com/office/officeart/2005/8/layout/pList1"/>
    <dgm:cxn modelId="{5C47C930-A601-4DA6-9F8B-39929B2E2D3E}" srcId="{C86AD992-9EAE-4E94-9EA3-716391E51405}" destId="{1D3E9973-2E25-4F9F-8F48-4EC524AD3CD2}" srcOrd="1" destOrd="0" parTransId="{D06ED2A4-FA46-488E-ADB2-D8B81E6B006F}" sibTransId="{13CF9BC5-463C-4A75-B675-5F3B6DE81CDF}"/>
    <dgm:cxn modelId="{2E9031A4-6DF1-48DF-BAA8-B6C02A4A66F8}" type="presOf" srcId="{ACBBA5CE-592A-4C72-B432-F236D5497E85}" destId="{61DF26B4-65DE-45E4-ACD7-D6427109A5FA}" srcOrd="0" destOrd="0" presId="urn:microsoft.com/office/officeart/2005/8/layout/pList1"/>
    <dgm:cxn modelId="{3336F663-D9AE-4F3A-A3E4-33C1DB4DC31C}" srcId="{C86AD992-9EAE-4E94-9EA3-716391E51405}" destId="{DB6AC754-C3B3-4155-AADC-2DCC4FB4EB6A}" srcOrd="3" destOrd="0" parTransId="{70493AB7-AC90-4A9B-9C5C-122E7462043B}" sibTransId="{9829696C-8CC3-418B-93D6-1EA7E2FCEA4A}"/>
    <dgm:cxn modelId="{B90674F4-ED37-4B4C-AAFB-0F3F9AE1A9B8}" type="presOf" srcId="{13CF9BC5-463C-4A75-B675-5F3B6DE81CDF}" destId="{ECA335AD-B365-442A-8F7E-245EC1CC63ED}" srcOrd="0" destOrd="0" presId="urn:microsoft.com/office/officeart/2005/8/layout/pList1"/>
    <dgm:cxn modelId="{B3713621-F401-482D-8A4B-DEE86DA5E927}" type="presOf" srcId="{1D3E9973-2E25-4F9F-8F48-4EC524AD3CD2}" destId="{3F091736-7E71-498D-84AC-DC7C44D648F4}" srcOrd="0" destOrd="0" presId="urn:microsoft.com/office/officeart/2005/8/layout/pList1"/>
    <dgm:cxn modelId="{BEF29841-B5F9-47BB-B1E8-B3CB7EC5B083}" type="presOf" srcId="{DB6AC754-C3B3-4155-AADC-2DCC4FB4EB6A}" destId="{63CF6511-35E3-4338-8DBA-DE858BBD9411}" srcOrd="0" destOrd="0" presId="urn:microsoft.com/office/officeart/2005/8/layout/pList1"/>
    <dgm:cxn modelId="{27B05BD1-CB02-41F7-86E7-D3621CA3E715}" type="presOf" srcId="{4C993F88-2B05-4808-9D92-A652D370CFE4}" destId="{79710FD4-2913-4E1D-8F31-0BA22C5C9250}" srcOrd="0" destOrd="0" presId="urn:microsoft.com/office/officeart/2005/8/layout/pList1"/>
    <dgm:cxn modelId="{259D63F3-82F6-4E6F-B13E-825D1FBAE5A5}" type="presOf" srcId="{595C9A4C-310D-4E85-918B-DF63DB749902}" destId="{26C28426-7A88-47B0-94B9-B7245A9DEEDB}" srcOrd="0" destOrd="0" presId="urn:microsoft.com/office/officeart/2005/8/layout/pList1"/>
    <dgm:cxn modelId="{014C3B06-3C11-4412-8FEB-D1F89AE1FA1F}" type="presParOf" srcId="{951E17A8-F253-4E32-8BEA-B030BB5BD580}" destId="{428E83FB-A065-4CD0-B8CD-BA244D55242F}" srcOrd="0" destOrd="0" presId="urn:microsoft.com/office/officeart/2005/8/layout/pList1"/>
    <dgm:cxn modelId="{EFF8EC5D-369A-4F91-95A0-705774780B3C}" type="presParOf" srcId="{428E83FB-A065-4CD0-B8CD-BA244D55242F}" destId="{FB6296B9-CD60-42B5-B494-33580270E737}" srcOrd="0" destOrd="0" presId="urn:microsoft.com/office/officeart/2005/8/layout/pList1"/>
    <dgm:cxn modelId="{86E7719E-F1E0-448E-87AB-942C13A20D7C}" type="presParOf" srcId="{428E83FB-A065-4CD0-B8CD-BA244D55242F}" destId="{79710FD4-2913-4E1D-8F31-0BA22C5C9250}" srcOrd="1" destOrd="0" presId="urn:microsoft.com/office/officeart/2005/8/layout/pList1"/>
    <dgm:cxn modelId="{57B00926-71BD-479F-9E1D-F5F7DFC471EB}" type="presParOf" srcId="{951E17A8-F253-4E32-8BEA-B030BB5BD580}" destId="{26C28426-7A88-47B0-94B9-B7245A9DEEDB}" srcOrd="1" destOrd="0" presId="urn:microsoft.com/office/officeart/2005/8/layout/pList1"/>
    <dgm:cxn modelId="{CB7D0728-9218-4117-953B-93361F79CE58}" type="presParOf" srcId="{951E17A8-F253-4E32-8BEA-B030BB5BD580}" destId="{4C0857C6-F569-41B7-ADBA-2A636E01925A}" srcOrd="2" destOrd="0" presId="urn:microsoft.com/office/officeart/2005/8/layout/pList1"/>
    <dgm:cxn modelId="{4365F70C-33F5-4326-9BEE-0EB7CF33B278}" type="presParOf" srcId="{4C0857C6-F569-41B7-ADBA-2A636E01925A}" destId="{0430D23A-F4DD-4AE5-BA69-310193FD020E}" srcOrd="0" destOrd="0" presId="urn:microsoft.com/office/officeart/2005/8/layout/pList1"/>
    <dgm:cxn modelId="{ABE74F03-9AE3-4381-BAA1-3187BB5BC90B}" type="presParOf" srcId="{4C0857C6-F569-41B7-ADBA-2A636E01925A}" destId="{3F091736-7E71-498D-84AC-DC7C44D648F4}" srcOrd="1" destOrd="0" presId="urn:microsoft.com/office/officeart/2005/8/layout/pList1"/>
    <dgm:cxn modelId="{39B144DD-FBFF-43B9-B3F3-36261C3FADBC}" type="presParOf" srcId="{951E17A8-F253-4E32-8BEA-B030BB5BD580}" destId="{ECA335AD-B365-442A-8F7E-245EC1CC63ED}" srcOrd="3" destOrd="0" presId="urn:microsoft.com/office/officeart/2005/8/layout/pList1"/>
    <dgm:cxn modelId="{E4D5A570-5E5D-4CCE-A908-813E055F11A5}" type="presParOf" srcId="{951E17A8-F253-4E32-8BEA-B030BB5BD580}" destId="{AA64085C-521B-415E-9A7B-09C65A50F1D0}" srcOrd="4" destOrd="0" presId="urn:microsoft.com/office/officeart/2005/8/layout/pList1"/>
    <dgm:cxn modelId="{D92FCD6B-7A37-4D0B-8C32-CFC2E14791CB}" type="presParOf" srcId="{AA64085C-521B-415E-9A7B-09C65A50F1D0}" destId="{D52DC613-18D5-46F3-81AD-F43CAB3A2BE2}" srcOrd="0" destOrd="0" presId="urn:microsoft.com/office/officeart/2005/8/layout/pList1"/>
    <dgm:cxn modelId="{A1B4CEAB-4742-48FC-BFD1-3BBE49B07C95}" type="presParOf" srcId="{AA64085C-521B-415E-9A7B-09C65A50F1D0}" destId="{D68F1179-13F6-4A40-876B-817F5BFDC6D2}" srcOrd="1" destOrd="0" presId="urn:microsoft.com/office/officeart/2005/8/layout/pList1"/>
    <dgm:cxn modelId="{402590CA-66A2-46A2-B102-C73F211CB9A2}" type="presParOf" srcId="{951E17A8-F253-4E32-8BEA-B030BB5BD580}" destId="{61DF26B4-65DE-45E4-ACD7-D6427109A5FA}" srcOrd="5" destOrd="0" presId="urn:microsoft.com/office/officeart/2005/8/layout/pList1"/>
    <dgm:cxn modelId="{38421A25-BD51-48B1-A34E-20D17D6B1A32}" type="presParOf" srcId="{951E17A8-F253-4E32-8BEA-B030BB5BD580}" destId="{45DB9344-A7A7-4070-9348-2AD6E81F9E2A}" srcOrd="6" destOrd="0" presId="urn:microsoft.com/office/officeart/2005/8/layout/pList1"/>
    <dgm:cxn modelId="{D060230B-2BB0-4162-AD6C-BD370B7A1C40}" type="presParOf" srcId="{45DB9344-A7A7-4070-9348-2AD6E81F9E2A}" destId="{EBACEB49-1460-4FC8-8AED-AE5E713D2571}" srcOrd="0" destOrd="0" presId="urn:microsoft.com/office/officeart/2005/8/layout/pList1"/>
    <dgm:cxn modelId="{DC172DAC-83EA-47E1-B71E-3E43653C4578}" type="presParOf" srcId="{45DB9344-A7A7-4070-9348-2AD6E81F9E2A}" destId="{63CF6511-35E3-4338-8DBA-DE858BBD9411}" srcOrd="1" destOrd="0" presId="urn:microsoft.com/office/officeart/2005/8/layout/p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8010567-B861-447E-A373-B4525C50D3A5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D6D7967-54D5-4B30-B41E-02BFD48F5619}">
      <dgm:prSet phldrT="[Text]"/>
      <dgm:spPr/>
      <dgm:t>
        <a:bodyPr/>
        <a:lstStyle/>
        <a:p>
          <a:r>
            <a:rPr lang="en-US" b="1" dirty="0" smtClean="0"/>
            <a:t>Included</a:t>
          </a:r>
          <a:endParaRPr lang="en-US" dirty="0"/>
        </a:p>
      </dgm:t>
    </dgm:pt>
    <dgm:pt modelId="{BD654140-00E5-4847-BAB1-4B5F2D8F53E6}" type="parTrans" cxnId="{FA5FC243-0456-47DD-8C01-95500239365C}">
      <dgm:prSet/>
      <dgm:spPr/>
      <dgm:t>
        <a:bodyPr/>
        <a:lstStyle/>
        <a:p>
          <a:endParaRPr lang="en-US"/>
        </a:p>
      </dgm:t>
    </dgm:pt>
    <dgm:pt modelId="{A5D81190-D8E1-465A-B22F-5A193B6382C7}" type="sibTrans" cxnId="{FA5FC243-0456-47DD-8C01-95500239365C}">
      <dgm:prSet/>
      <dgm:spPr/>
      <dgm:t>
        <a:bodyPr/>
        <a:lstStyle/>
        <a:p>
          <a:endParaRPr lang="en-US"/>
        </a:p>
      </dgm:t>
    </dgm:pt>
    <dgm:pt modelId="{1FE8B290-8DBC-4020-BB29-7537540A8084}">
      <dgm:prSet phldrT="[Text]"/>
      <dgm:spPr/>
      <dgm:t>
        <a:bodyPr/>
        <a:lstStyle/>
        <a:p>
          <a:r>
            <a:rPr lang="en-US" dirty="0" smtClean="0"/>
            <a:t>Ordering</a:t>
          </a:r>
          <a:endParaRPr lang="en-US" dirty="0"/>
        </a:p>
      </dgm:t>
    </dgm:pt>
    <dgm:pt modelId="{244A4D5B-366B-44E9-8A5E-BBC1BF8CD637}" type="parTrans" cxnId="{B7EBBA58-52B9-4760-B7B0-BABF001AEE12}">
      <dgm:prSet/>
      <dgm:spPr/>
      <dgm:t>
        <a:bodyPr/>
        <a:lstStyle/>
        <a:p>
          <a:endParaRPr lang="en-US"/>
        </a:p>
      </dgm:t>
    </dgm:pt>
    <dgm:pt modelId="{73126286-F02B-4AC3-B1B7-25437DBC9E66}" type="sibTrans" cxnId="{B7EBBA58-52B9-4760-B7B0-BABF001AEE12}">
      <dgm:prSet/>
      <dgm:spPr/>
      <dgm:t>
        <a:bodyPr/>
        <a:lstStyle/>
        <a:p>
          <a:endParaRPr lang="en-US"/>
        </a:p>
      </dgm:t>
    </dgm:pt>
    <dgm:pt modelId="{6BDC7E30-0C9D-450E-8386-EEF1BF7B1749}">
      <dgm:prSet phldrT="[Text]"/>
      <dgm:spPr/>
      <dgm:t>
        <a:bodyPr/>
        <a:lstStyle/>
        <a:p>
          <a:r>
            <a:rPr lang="en-US" dirty="0" smtClean="0"/>
            <a:t>Excluded</a:t>
          </a:r>
          <a:endParaRPr lang="en-US" dirty="0"/>
        </a:p>
      </dgm:t>
    </dgm:pt>
    <dgm:pt modelId="{5E02D41D-A766-4423-B3CD-8BA1B397C7B8}" type="parTrans" cxnId="{FB46D1D2-C9B8-4178-AD88-37C8C45517C1}">
      <dgm:prSet/>
      <dgm:spPr/>
      <dgm:t>
        <a:bodyPr/>
        <a:lstStyle/>
        <a:p>
          <a:endParaRPr lang="en-US"/>
        </a:p>
      </dgm:t>
    </dgm:pt>
    <dgm:pt modelId="{EBEE0AE9-61B2-4153-9FCA-627E23AE52C2}" type="sibTrans" cxnId="{FB46D1D2-C9B8-4178-AD88-37C8C45517C1}">
      <dgm:prSet/>
      <dgm:spPr/>
      <dgm:t>
        <a:bodyPr/>
        <a:lstStyle/>
        <a:p>
          <a:endParaRPr lang="en-US"/>
        </a:p>
      </dgm:t>
    </dgm:pt>
    <dgm:pt modelId="{FDC03871-A5E4-4B29-8326-1D38DF8580B1}">
      <dgm:prSet phldrT="[Text]"/>
      <dgm:spPr/>
      <dgm:t>
        <a:bodyPr/>
        <a:lstStyle/>
        <a:p>
          <a:r>
            <a:rPr lang="en-US" dirty="0" smtClean="0"/>
            <a:t>Reservations</a:t>
          </a:r>
          <a:endParaRPr lang="en-US" dirty="0"/>
        </a:p>
      </dgm:t>
    </dgm:pt>
    <dgm:pt modelId="{B059DFC1-9C90-48D8-A85C-9FC87CE1050D}" type="parTrans" cxnId="{EB378F9C-DCF6-4A75-94F6-40E9B7ED571A}">
      <dgm:prSet/>
      <dgm:spPr/>
      <dgm:t>
        <a:bodyPr/>
        <a:lstStyle/>
        <a:p>
          <a:endParaRPr lang="en-US"/>
        </a:p>
      </dgm:t>
    </dgm:pt>
    <dgm:pt modelId="{A4236F47-BE67-4CCB-9891-2385A0348E63}" type="sibTrans" cxnId="{EB378F9C-DCF6-4A75-94F6-40E9B7ED571A}">
      <dgm:prSet/>
      <dgm:spPr/>
      <dgm:t>
        <a:bodyPr/>
        <a:lstStyle/>
        <a:p>
          <a:endParaRPr lang="en-US"/>
        </a:p>
      </dgm:t>
    </dgm:pt>
    <dgm:pt modelId="{899B2F7E-7DFF-43C4-8ABE-8898A569CCAF}">
      <dgm:prSet phldrT="[Text]"/>
      <dgm:spPr/>
      <dgm:t>
        <a:bodyPr/>
        <a:lstStyle/>
        <a:p>
          <a:r>
            <a:rPr lang="en-US" dirty="0" smtClean="0"/>
            <a:t>Menu</a:t>
          </a:r>
          <a:endParaRPr lang="en-US" dirty="0"/>
        </a:p>
      </dgm:t>
    </dgm:pt>
    <dgm:pt modelId="{77098731-85D5-4DFA-88CC-44BC21EDEC3B}" type="parTrans" cxnId="{2B230928-03D9-42C3-A8D0-A5A8038509F1}">
      <dgm:prSet/>
      <dgm:spPr/>
      <dgm:t>
        <a:bodyPr/>
        <a:lstStyle/>
        <a:p>
          <a:endParaRPr lang="en-US"/>
        </a:p>
      </dgm:t>
    </dgm:pt>
    <dgm:pt modelId="{212E3D5B-6F96-41C9-BC52-569DCA8C0F7E}" type="sibTrans" cxnId="{2B230928-03D9-42C3-A8D0-A5A8038509F1}">
      <dgm:prSet/>
      <dgm:spPr/>
      <dgm:t>
        <a:bodyPr/>
        <a:lstStyle/>
        <a:p>
          <a:endParaRPr lang="en-US"/>
        </a:p>
      </dgm:t>
    </dgm:pt>
    <dgm:pt modelId="{2668543F-F6DC-4D8B-AECF-BE767D59C124}">
      <dgm:prSet/>
      <dgm:spPr/>
      <dgm:t>
        <a:bodyPr/>
        <a:lstStyle/>
        <a:p>
          <a:r>
            <a:rPr lang="en-US" dirty="0" smtClean="0"/>
            <a:t>Order Tracking</a:t>
          </a:r>
          <a:endParaRPr lang="en-US" dirty="0"/>
        </a:p>
      </dgm:t>
    </dgm:pt>
    <dgm:pt modelId="{A4053074-63D9-489F-AA6F-BA5124D1FD44}" type="parTrans" cxnId="{C626DE05-08FB-4FE2-BA3F-1A4225CEFE8B}">
      <dgm:prSet/>
      <dgm:spPr/>
      <dgm:t>
        <a:bodyPr/>
        <a:lstStyle/>
        <a:p>
          <a:endParaRPr lang="en-US"/>
        </a:p>
      </dgm:t>
    </dgm:pt>
    <dgm:pt modelId="{EA01E61D-70C9-437A-9E6A-B94AED19E60D}" type="sibTrans" cxnId="{C626DE05-08FB-4FE2-BA3F-1A4225CEFE8B}">
      <dgm:prSet/>
      <dgm:spPr/>
      <dgm:t>
        <a:bodyPr/>
        <a:lstStyle/>
        <a:p>
          <a:endParaRPr lang="en-US"/>
        </a:p>
      </dgm:t>
    </dgm:pt>
    <dgm:pt modelId="{67FE752F-AD49-4947-8A71-D1235AA13996}">
      <dgm:prSet phldrT="[Text]"/>
      <dgm:spPr/>
      <dgm:t>
        <a:bodyPr/>
        <a:lstStyle/>
        <a:p>
          <a:r>
            <a:rPr lang="en-US" dirty="0" smtClean="0"/>
            <a:t>Browsing</a:t>
          </a:r>
          <a:endParaRPr lang="en-US" dirty="0"/>
        </a:p>
      </dgm:t>
    </dgm:pt>
    <dgm:pt modelId="{B52C4E80-0252-4543-AA32-45E405BE731C}" type="parTrans" cxnId="{93AE9AF4-C029-4288-A5B3-660B978B9255}">
      <dgm:prSet/>
      <dgm:spPr/>
      <dgm:t>
        <a:bodyPr/>
        <a:lstStyle/>
        <a:p>
          <a:endParaRPr lang="en-US"/>
        </a:p>
      </dgm:t>
    </dgm:pt>
    <dgm:pt modelId="{DE8E77F4-CE2A-4C44-9BB3-65AF5BA9754C}" type="sibTrans" cxnId="{93AE9AF4-C029-4288-A5B3-660B978B9255}">
      <dgm:prSet/>
      <dgm:spPr/>
      <dgm:t>
        <a:bodyPr/>
        <a:lstStyle/>
        <a:p>
          <a:endParaRPr lang="en-US"/>
        </a:p>
      </dgm:t>
    </dgm:pt>
    <dgm:pt modelId="{CFD4CB6D-9887-4ED7-944E-08608B28E812}">
      <dgm:prSet/>
      <dgm:spPr/>
      <dgm:t>
        <a:bodyPr/>
        <a:lstStyle/>
        <a:p>
          <a:r>
            <a:rPr lang="en-US" dirty="0" smtClean="0"/>
            <a:t> FAQs</a:t>
          </a:r>
          <a:endParaRPr lang="en-US" dirty="0"/>
        </a:p>
      </dgm:t>
    </dgm:pt>
    <dgm:pt modelId="{C38EB8B3-E0EF-4721-AEB5-456115C747A8}" type="parTrans" cxnId="{A3F473DE-716F-4D74-82B3-81914DD41E4E}">
      <dgm:prSet/>
      <dgm:spPr/>
      <dgm:t>
        <a:bodyPr/>
        <a:lstStyle/>
        <a:p>
          <a:endParaRPr lang="en-US"/>
        </a:p>
      </dgm:t>
    </dgm:pt>
    <dgm:pt modelId="{289E802E-FCCA-4185-918F-81BDB79683C3}" type="sibTrans" cxnId="{A3F473DE-716F-4D74-82B3-81914DD41E4E}">
      <dgm:prSet/>
      <dgm:spPr/>
      <dgm:t>
        <a:bodyPr/>
        <a:lstStyle/>
        <a:p>
          <a:endParaRPr lang="en-US"/>
        </a:p>
      </dgm:t>
    </dgm:pt>
    <dgm:pt modelId="{8705B476-6D5B-4BF4-BDDE-0E729E4FF04C}">
      <dgm:prSet/>
      <dgm:spPr/>
      <dgm:t>
        <a:bodyPr/>
        <a:lstStyle/>
        <a:p>
          <a:r>
            <a:rPr lang="en-US" dirty="0" smtClean="0"/>
            <a:t>Admin/User Portals</a:t>
          </a:r>
          <a:endParaRPr lang="en-US" dirty="0"/>
        </a:p>
      </dgm:t>
    </dgm:pt>
    <dgm:pt modelId="{D0D3C39C-B698-4DBF-A6F7-A529072F8BA8}" type="parTrans" cxnId="{50486C63-9452-427E-8F30-886C847935B8}">
      <dgm:prSet/>
      <dgm:spPr/>
      <dgm:t>
        <a:bodyPr/>
        <a:lstStyle/>
        <a:p>
          <a:endParaRPr lang="en-US"/>
        </a:p>
      </dgm:t>
    </dgm:pt>
    <dgm:pt modelId="{FD2B2668-13E6-42B7-938F-62B3DD5F0A0F}" type="sibTrans" cxnId="{50486C63-9452-427E-8F30-886C847935B8}">
      <dgm:prSet/>
      <dgm:spPr/>
      <dgm:t>
        <a:bodyPr/>
        <a:lstStyle/>
        <a:p>
          <a:endParaRPr lang="en-US"/>
        </a:p>
      </dgm:t>
    </dgm:pt>
    <dgm:pt modelId="{BACFF137-1682-4C26-B209-49784BA509CF}">
      <dgm:prSet/>
      <dgm:spPr/>
      <dgm:t>
        <a:bodyPr/>
        <a:lstStyle/>
        <a:p>
          <a:endParaRPr lang="en-US" dirty="0"/>
        </a:p>
      </dgm:t>
    </dgm:pt>
    <dgm:pt modelId="{9E214D87-1185-4719-826C-E69A90C65CDD}" type="parTrans" cxnId="{B4179ABA-E792-4E0D-8346-CF50B47F1B44}">
      <dgm:prSet/>
      <dgm:spPr/>
      <dgm:t>
        <a:bodyPr/>
        <a:lstStyle/>
        <a:p>
          <a:endParaRPr lang="en-US"/>
        </a:p>
      </dgm:t>
    </dgm:pt>
    <dgm:pt modelId="{BE341845-83E7-4ECB-A51D-550DE4432C84}" type="sibTrans" cxnId="{B4179ABA-E792-4E0D-8346-CF50B47F1B44}">
      <dgm:prSet/>
      <dgm:spPr/>
      <dgm:t>
        <a:bodyPr/>
        <a:lstStyle/>
        <a:p>
          <a:endParaRPr lang="en-US"/>
        </a:p>
      </dgm:t>
    </dgm:pt>
    <dgm:pt modelId="{909BC63D-F3DB-422F-BCCA-F5DD82228EDA}">
      <dgm:prSet/>
      <dgm:spPr/>
      <dgm:t>
        <a:bodyPr/>
        <a:lstStyle/>
        <a:p>
          <a:r>
            <a:rPr lang="en-US" dirty="0" smtClean="0"/>
            <a:t>Online Payments</a:t>
          </a:r>
          <a:endParaRPr lang="en-US" dirty="0"/>
        </a:p>
      </dgm:t>
    </dgm:pt>
    <dgm:pt modelId="{B428C8B7-8943-4E37-83BE-FE6A07263172}" type="parTrans" cxnId="{F789C645-ED51-4F8D-AF85-CD9835435FD6}">
      <dgm:prSet/>
      <dgm:spPr/>
      <dgm:t>
        <a:bodyPr/>
        <a:lstStyle/>
        <a:p>
          <a:endParaRPr lang="en-US"/>
        </a:p>
      </dgm:t>
    </dgm:pt>
    <dgm:pt modelId="{B8888785-4B85-49A3-8DE9-D5CB97591334}" type="sibTrans" cxnId="{F789C645-ED51-4F8D-AF85-CD9835435FD6}">
      <dgm:prSet/>
      <dgm:spPr/>
      <dgm:t>
        <a:bodyPr/>
        <a:lstStyle/>
        <a:p>
          <a:endParaRPr lang="en-US"/>
        </a:p>
      </dgm:t>
    </dgm:pt>
    <dgm:pt modelId="{64D64CDE-9BC9-49C3-943E-46DB391E0627}">
      <dgm:prSet/>
      <dgm:spPr/>
      <dgm:t>
        <a:bodyPr/>
        <a:lstStyle/>
        <a:p>
          <a:r>
            <a:rPr lang="en-US" dirty="0" smtClean="0"/>
            <a:t> Loyalty Programs</a:t>
          </a:r>
          <a:endParaRPr lang="en-US" dirty="0"/>
        </a:p>
      </dgm:t>
    </dgm:pt>
    <dgm:pt modelId="{3345013C-B137-42FE-9C91-95E2235E10C9}" type="parTrans" cxnId="{97DA3851-A73E-4CE6-A43E-7586C7681D69}">
      <dgm:prSet/>
      <dgm:spPr/>
      <dgm:t>
        <a:bodyPr/>
        <a:lstStyle/>
        <a:p>
          <a:endParaRPr lang="en-US"/>
        </a:p>
      </dgm:t>
    </dgm:pt>
    <dgm:pt modelId="{4B351332-8A3A-4186-B4F8-798AA78D1AA0}" type="sibTrans" cxnId="{97DA3851-A73E-4CE6-A43E-7586C7681D69}">
      <dgm:prSet/>
      <dgm:spPr/>
      <dgm:t>
        <a:bodyPr/>
        <a:lstStyle/>
        <a:p>
          <a:endParaRPr lang="en-US"/>
        </a:p>
      </dgm:t>
    </dgm:pt>
    <dgm:pt modelId="{BDDCEECD-A15F-4968-BDF2-09605055F7F4}">
      <dgm:prSet/>
      <dgm:spPr/>
      <dgm:t>
        <a:bodyPr/>
        <a:lstStyle/>
        <a:p>
          <a:r>
            <a:rPr lang="en-US" dirty="0" smtClean="0"/>
            <a:t> 3rd-party POS</a:t>
          </a:r>
          <a:endParaRPr lang="en-US" dirty="0"/>
        </a:p>
      </dgm:t>
    </dgm:pt>
    <dgm:pt modelId="{264B3EDF-E6F0-4207-85C9-96EBE579D197}" type="parTrans" cxnId="{91355DD1-0EB7-4AFD-8561-0095712429D5}">
      <dgm:prSet/>
      <dgm:spPr/>
      <dgm:t>
        <a:bodyPr/>
        <a:lstStyle/>
        <a:p>
          <a:endParaRPr lang="en-US"/>
        </a:p>
      </dgm:t>
    </dgm:pt>
    <dgm:pt modelId="{77E3F665-BC65-4E40-9617-BCB171A7C649}" type="sibTrans" cxnId="{91355DD1-0EB7-4AFD-8561-0095712429D5}">
      <dgm:prSet/>
      <dgm:spPr/>
      <dgm:t>
        <a:bodyPr/>
        <a:lstStyle/>
        <a:p>
          <a:endParaRPr lang="en-US"/>
        </a:p>
      </dgm:t>
    </dgm:pt>
    <dgm:pt modelId="{047EE65E-671E-4AB4-A215-BEE514AA39DF}">
      <dgm:prSet/>
      <dgm:spPr/>
      <dgm:t>
        <a:bodyPr/>
        <a:lstStyle/>
        <a:p>
          <a:r>
            <a:rPr lang="en-US" dirty="0" smtClean="0"/>
            <a:t>Support System</a:t>
          </a:r>
          <a:endParaRPr lang="en-US" dirty="0"/>
        </a:p>
      </dgm:t>
    </dgm:pt>
    <dgm:pt modelId="{4F22652A-3C44-447B-ABFC-0BFAD3C62365}" type="parTrans" cxnId="{8ADA2393-4967-44D5-B7C1-0262F11225A5}">
      <dgm:prSet/>
      <dgm:spPr/>
      <dgm:t>
        <a:bodyPr/>
        <a:lstStyle/>
        <a:p>
          <a:endParaRPr lang="en-US"/>
        </a:p>
      </dgm:t>
    </dgm:pt>
    <dgm:pt modelId="{FB7BD8F0-08BA-4ECF-8411-3C2C98D8EAC4}" type="sibTrans" cxnId="{8ADA2393-4967-44D5-B7C1-0262F11225A5}">
      <dgm:prSet/>
      <dgm:spPr/>
      <dgm:t>
        <a:bodyPr/>
        <a:lstStyle/>
        <a:p>
          <a:endParaRPr lang="en-US"/>
        </a:p>
      </dgm:t>
    </dgm:pt>
    <dgm:pt modelId="{1679FB43-DCE6-4DB2-848E-FF4EBF13B684}" type="pres">
      <dgm:prSet presAssocID="{C8010567-B861-447E-A373-B4525C50D3A5}" presName="Name0" presStyleCnt="0">
        <dgm:presLayoutVars>
          <dgm:dir/>
          <dgm:animLvl val="lvl"/>
          <dgm:resizeHandles val="exact"/>
        </dgm:presLayoutVars>
      </dgm:prSet>
      <dgm:spPr/>
    </dgm:pt>
    <dgm:pt modelId="{E185E13B-56FC-44FC-8082-667CDF0B69F9}" type="pres">
      <dgm:prSet presAssocID="{9D6D7967-54D5-4B30-B41E-02BFD48F5619}" presName="composite" presStyleCnt="0"/>
      <dgm:spPr/>
    </dgm:pt>
    <dgm:pt modelId="{56514C01-B172-4CE5-8889-514E1331FE21}" type="pres">
      <dgm:prSet presAssocID="{9D6D7967-54D5-4B30-B41E-02BFD48F5619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3AC56D8E-F4D7-40EE-9AB9-F97CDC4D5298}" type="pres">
      <dgm:prSet presAssocID="{9D6D7967-54D5-4B30-B41E-02BFD48F5619}" presName="desTx" presStyleLbl="align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DA0C3B4-2992-4DB6-8B30-97860243499B}" type="pres">
      <dgm:prSet presAssocID="{A5D81190-D8E1-465A-B22F-5A193B6382C7}" presName="space" presStyleCnt="0"/>
      <dgm:spPr/>
    </dgm:pt>
    <dgm:pt modelId="{04083EBA-7D9B-4334-9574-4A8123F84E71}" type="pres">
      <dgm:prSet presAssocID="{6BDC7E30-0C9D-450E-8386-EEF1BF7B1749}" presName="composite" presStyleCnt="0"/>
      <dgm:spPr/>
    </dgm:pt>
    <dgm:pt modelId="{F671BED4-9EDA-4ADA-B1D7-9E94BDF0D17A}" type="pres">
      <dgm:prSet presAssocID="{6BDC7E30-0C9D-450E-8386-EEF1BF7B1749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8EAEF11-826D-4AB2-8B34-FF2F11A696D6}" type="pres">
      <dgm:prSet presAssocID="{6BDC7E30-0C9D-450E-8386-EEF1BF7B1749}" presName="desTx" presStyleLbl="align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605AB2D2-8569-4726-BDD0-96B788DAD13F}" type="presOf" srcId="{8705B476-6D5B-4BF4-BDDE-0E729E4FF04C}" destId="{3AC56D8E-F4D7-40EE-9AB9-F97CDC4D5298}" srcOrd="0" destOrd="6" presId="urn:microsoft.com/office/officeart/2005/8/layout/hList1"/>
    <dgm:cxn modelId="{B4179ABA-E792-4E0D-8346-CF50B47F1B44}" srcId="{6BDC7E30-0C9D-450E-8386-EEF1BF7B1749}" destId="{BACFF137-1682-4C26-B209-49784BA509CF}" srcOrd="0" destOrd="0" parTransId="{9E214D87-1185-4719-826C-E69A90C65CDD}" sibTransId="{BE341845-83E7-4ECB-A51D-550DE4432C84}"/>
    <dgm:cxn modelId="{1ABC9310-2065-42C9-88CD-660063774532}" type="presOf" srcId="{2668543F-F6DC-4D8B-AECF-BE767D59C124}" destId="{3AC56D8E-F4D7-40EE-9AB9-F97CDC4D5298}" srcOrd="0" destOrd="4" presId="urn:microsoft.com/office/officeart/2005/8/layout/hList1"/>
    <dgm:cxn modelId="{F307B1D0-7042-41ED-83A0-DDC1941CF475}" type="presOf" srcId="{047EE65E-671E-4AB4-A215-BEE514AA39DF}" destId="{68EAEF11-826D-4AB2-8B34-FF2F11A696D6}" srcOrd="0" destOrd="4" presId="urn:microsoft.com/office/officeart/2005/8/layout/hList1"/>
    <dgm:cxn modelId="{F218C9DE-36BD-49B4-B4FE-EC5BFC6AA45D}" type="presOf" srcId="{1FE8B290-8DBC-4020-BB29-7537540A8084}" destId="{3AC56D8E-F4D7-40EE-9AB9-F97CDC4D5298}" srcOrd="0" destOrd="0" presId="urn:microsoft.com/office/officeart/2005/8/layout/hList1"/>
    <dgm:cxn modelId="{8ADA2393-4967-44D5-B7C1-0262F11225A5}" srcId="{6BDC7E30-0C9D-450E-8386-EEF1BF7B1749}" destId="{047EE65E-671E-4AB4-A215-BEE514AA39DF}" srcOrd="4" destOrd="0" parTransId="{4F22652A-3C44-447B-ABFC-0BFAD3C62365}" sibTransId="{FB7BD8F0-08BA-4ECF-8411-3C2C98D8EAC4}"/>
    <dgm:cxn modelId="{93AE9AF4-C029-4288-A5B3-660B978B9255}" srcId="{9D6D7967-54D5-4B30-B41E-02BFD48F5619}" destId="{67FE752F-AD49-4947-8A71-D1235AA13996}" srcOrd="3" destOrd="0" parTransId="{B52C4E80-0252-4543-AA32-45E405BE731C}" sibTransId="{DE8E77F4-CE2A-4C44-9BB3-65AF5BA9754C}"/>
    <dgm:cxn modelId="{34B87A5B-CAA1-4C80-BDCD-5CDC2619FF16}" type="presOf" srcId="{CFD4CB6D-9887-4ED7-944E-08608B28E812}" destId="{3AC56D8E-F4D7-40EE-9AB9-F97CDC4D5298}" srcOrd="0" destOrd="5" presId="urn:microsoft.com/office/officeart/2005/8/layout/hList1"/>
    <dgm:cxn modelId="{4F206070-6652-47D5-BB49-4254A151F05E}" type="presOf" srcId="{64D64CDE-9BC9-49C3-943E-46DB391E0627}" destId="{68EAEF11-826D-4AB2-8B34-FF2F11A696D6}" srcOrd="0" destOrd="2" presId="urn:microsoft.com/office/officeart/2005/8/layout/hList1"/>
    <dgm:cxn modelId="{FA5FC243-0456-47DD-8C01-95500239365C}" srcId="{C8010567-B861-447E-A373-B4525C50D3A5}" destId="{9D6D7967-54D5-4B30-B41E-02BFD48F5619}" srcOrd="0" destOrd="0" parTransId="{BD654140-00E5-4847-BAB1-4B5F2D8F53E6}" sibTransId="{A5D81190-D8E1-465A-B22F-5A193B6382C7}"/>
    <dgm:cxn modelId="{21A99769-280D-4080-8206-4EA5DADEC236}" type="presOf" srcId="{6BDC7E30-0C9D-450E-8386-EEF1BF7B1749}" destId="{F671BED4-9EDA-4ADA-B1D7-9E94BDF0D17A}" srcOrd="0" destOrd="0" presId="urn:microsoft.com/office/officeart/2005/8/layout/hList1"/>
    <dgm:cxn modelId="{509ED7DF-7F5B-461E-86C6-FB045A604D65}" type="presOf" srcId="{BACFF137-1682-4C26-B209-49784BA509CF}" destId="{68EAEF11-826D-4AB2-8B34-FF2F11A696D6}" srcOrd="0" destOrd="0" presId="urn:microsoft.com/office/officeart/2005/8/layout/hList1"/>
    <dgm:cxn modelId="{086A76E8-39F2-4033-A182-229066E71B57}" type="presOf" srcId="{909BC63D-F3DB-422F-BCCA-F5DD82228EDA}" destId="{68EAEF11-826D-4AB2-8B34-FF2F11A696D6}" srcOrd="0" destOrd="1" presId="urn:microsoft.com/office/officeart/2005/8/layout/hList1"/>
    <dgm:cxn modelId="{B7EBBA58-52B9-4760-B7B0-BABF001AEE12}" srcId="{9D6D7967-54D5-4B30-B41E-02BFD48F5619}" destId="{1FE8B290-8DBC-4020-BB29-7537540A8084}" srcOrd="0" destOrd="0" parTransId="{244A4D5B-366B-44E9-8A5E-BBC1BF8CD637}" sibTransId="{73126286-F02B-4AC3-B1B7-25437DBC9E66}"/>
    <dgm:cxn modelId="{EB378F9C-DCF6-4A75-94F6-40E9B7ED571A}" srcId="{9D6D7967-54D5-4B30-B41E-02BFD48F5619}" destId="{FDC03871-A5E4-4B29-8326-1D38DF8580B1}" srcOrd="1" destOrd="0" parTransId="{B059DFC1-9C90-48D8-A85C-9FC87CE1050D}" sibTransId="{A4236F47-BE67-4CCB-9891-2385A0348E63}"/>
    <dgm:cxn modelId="{91355DD1-0EB7-4AFD-8561-0095712429D5}" srcId="{6BDC7E30-0C9D-450E-8386-EEF1BF7B1749}" destId="{BDDCEECD-A15F-4968-BDF2-09605055F7F4}" srcOrd="3" destOrd="0" parTransId="{264B3EDF-E6F0-4207-85C9-96EBE579D197}" sibTransId="{77E3F665-BC65-4E40-9617-BCB171A7C649}"/>
    <dgm:cxn modelId="{C626DE05-08FB-4FE2-BA3F-1A4225CEFE8B}" srcId="{9D6D7967-54D5-4B30-B41E-02BFD48F5619}" destId="{2668543F-F6DC-4D8B-AECF-BE767D59C124}" srcOrd="4" destOrd="0" parTransId="{A4053074-63D9-489F-AA6F-BA5124D1FD44}" sibTransId="{EA01E61D-70C9-437A-9E6A-B94AED19E60D}"/>
    <dgm:cxn modelId="{47C212AF-064D-4F08-91AE-F32B786D0D2E}" type="presOf" srcId="{9D6D7967-54D5-4B30-B41E-02BFD48F5619}" destId="{56514C01-B172-4CE5-8889-514E1331FE21}" srcOrd="0" destOrd="0" presId="urn:microsoft.com/office/officeart/2005/8/layout/hList1"/>
    <dgm:cxn modelId="{9E20BA69-562F-4D42-836D-F3CE59252606}" type="presOf" srcId="{67FE752F-AD49-4947-8A71-D1235AA13996}" destId="{3AC56D8E-F4D7-40EE-9AB9-F97CDC4D5298}" srcOrd="0" destOrd="3" presId="urn:microsoft.com/office/officeart/2005/8/layout/hList1"/>
    <dgm:cxn modelId="{2D90522C-3E0E-4E0B-8FEF-BB3E9A2FD551}" type="presOf" srcId="{FDC03871-A5E4-4B29-8326-1D38DF8580B1}" destId="{3AC56D8E-F4D7-40EE-9AB9-F97CDC4D5298}" srcOrd="0" destOrd="1" presId="urn:microsoft.com/office/officeart/2005/8/layout/hList1"/>
    <dgm:cxn modelId="{2B230928-03D9-42C3-A8D0-A5A8038509F1}" srcId="{9D6D7967-54D5-4B30-B41E-02BFD48F5619}" destId="{899B2F7E-7DFF-43C4-8ABE-8898A569CCAF}" srcOrd="2" destOrd="0" parTransId="{77098731-85D5-4DFA-88CC-44BC21EDEC3B}" sibTransId="{212E3D5B-6F96-41C9-BC52-569DCA8C0F7E}"/>
    <dgm:cxn modelId="{A56E105C-350B-420C-B6D9-409C8CC7108B}" type="presOf" srcId="{899B2F7E-7DFF-43C4-8ABE-8898A569CCAF}" destId="{3AC56D8E-F4D7-40EE-9AB9-F97CDC4D5298}" srcOrd="0" destOrd="2" presId="urn:microsoft.com/office/officeart/2005/8/layout/hList1"/>
    <dgm:cxn modelId="{F789C645-ED51-4F8D-AF85-CD9835435FD6}" srcId="{6BDC7E30-0C9D-450E-8386-EEF1BF7B1749}" destId="{909BC63D-F3DB-422F-BCCA-F5DD82228EDA}" srcOrd="1" destOrd="0" parTransId="{B428C8B7-8943-4E37-83BE-FE6A07263172}" sibTransId="{B8888785-4B85-49A3-8DE9-D5CB97591334}"/>
    <dgm:cxn modelId="{A3F473DE-716F-4D74-82B3-81914DD41E4E}" srcId="{9D6D7967-54D5-4B30-B41E-02BFD48F5619}" destId="{CFD4CB6D-9887-4ED7-944E-08608B28E812}" srcOrd="5" destOrd="0" parTransId="{C38EB8B3-E0EF-4721-AEB5-456115C747A8}" sibTransId="{289E802E-FCCA-4185-918F-81BDB79683C3}"/>
    <dgm:cxn modelId="{99776574-53E9-49C5-897B-A6D42B390BA3}" type="presOf" srcId="{C8010567-B861-447E-A373-B4525C50D3A5}" destId="{1679FB43-DCE6-4DB2-848E-FF4EBF13B684}" srcOrd="0" destOrd="0" presId="urn:microsoft.com/office/officeart/2005/8/layout/hList1"/>
    <dgm:cxn modelId="{50486C63-9452-427E-8F30-886C847935B8}" srcId="{9D6D7967-54D5-4B30-B41E-02BFD48F5619}" destId="{8705B476-6D5B-4BF4-BDDE-0E729E4FF04C}" srcOrd="6" destOrd="0" parTransId="{D0D3C39C-B698-4DBF-A6F7-A529072F8BA8}" sibTransId="{FD2B2668-13E6-42B7-938F-62B3DD5F0A0F}"/>
    <dgm:cxn modelId="{FB46D1D2-C9B8-4178-AD88-37C8C45517C1}" srcId="{C8010567-B861-447E-A373-B4525C50D3A5}" destId="{6BDC7E30-0C9D-450E-8386-EEF1BF7B1749}" srcOrd="1" destOrd="0" parTransId="{5E02D41D-A766-4423-B3CD-8BA1B397C7B8}" sibTransId="{EBEE0AE9-61B2-4153-9FCA-627E23AE52C2}"/>
    <dgm:cxn modelId="{97DA3851-A73E-4CE6-A43E-7586C7681D69}" srcId="{6BDC7E30-0C9D-450E-8386-EEF1BF7B1749}" destId="{64D64CDE-9BC9-49C3-943E-46DB391E0627}" srcOrd="2" destOrd="0" parTransId="{3345013C-B137-42FE-9C91-95E2235E10C9}" sibTransId="{4B351332-8A3A-4186-B4F8-798AA78D1AA0}"/>
    <dgm:cxn modelId="{9C25E1BF-2308-4B86-B8F9-6090CDBE1CF9}" type="presOf" srcId="{BDDCEECD-A15F-4968-BDF2-09605055F7F4}" destId="{68EAEF11-826D-4AB2-8B34-FF2F11A696D6}" srcOrd="0" destOrd="3" presId="urn:microsoft.com/office/officeart/2005/8/layout/hList1"/>
    <dgm:cxn modelId="{989C8836-DCF1-4149-9E65-C881F567EB8A}" type="presParOf" srcId="{1679FB43-DCE6-4DB2-848E-FF4EBF13B684}" destId="{E185E13B-56FC-44FC-8082-667CDF0B69F9}" srcOrd="0" destOrd="0" presId="urn:microsoft.com/office/officeart/2005/8/layout/hList1"/>
    <dgm:cxn modelId="{4F8A0279-442A-418E-BFA4-1158A4140136}" type="presParOf" srcId="{E185E13B-56FC-44FC-8082-667CDF0B69F9}" destId="{56514C01-B172-4CE5-8889-514E1331FE21}" srcOrd="0" destOrd="0" presId="urn:microsoft.com/office/officeart/2005/8/layout/hList1"/>
    <dgm:cxn modelId="{4918A005-1D39-46AB-A2EC-D634BDEFBC9B}" type="presParOf" srcId="{E185E13B-56FC-44FC-8082-667CDF0B69F9}" destId="{3AC56D8E-F4D7-40EE-9AB9-F97CDC4D5298}" srcOrd="1" destOrd="0" presId="urn:microsoft.com/office/officeart/2005/8/layout/hList1"/>
    <dgm:cxn modelId="{A5D09BC7-AFAD-4E62-9794-C45473C49E16}" type="presParOf" srcId="{1679FB43-DCE6-4DB2-848E-FF4EBF13B684}" destId="{3DA0C3B4-2992-4DB6-8B30-97860243499B}" srcOrd="1" destOrd="0" presId="urn:microsoft.com/office/officeart/2005/8/layout/hList1"/>
    <dgm:cxn modelId="{AA1370A0-1807-4CEF-A4AF-09B30850F2B5}" type="presParOf" srcId="{1679FB43-DCE6-4DB2-848E-FF4EBF13B684}" destId="{04083EBA-7D9B-4334-9574-4A8123F84E71}" srcOrd="2" destOrd="0" presId="urn:microsoft.com/office/officeart/2005/8/layout/hList1"/>
    <dgm:cxn modelId="{E4BB81EB-A0E6-482C-A878-A4B8E7B2A9F3}" type="presParOf" srcId="{04083EBA-7D9B-4334-9574-4A8123F84E71}" destId="{F671BED4-9EDA-4ADA-B1D7-9E94BDF0D17A}" srcOrd="0" destOrd="0" presId="urn:microsoft.com/office/officeart/2005/8/layout/hList1"/>
    <dgm:cxn modelId="{5DD7F864-89DB-4421-8A23-F183F2A6C0F7}" type="presParOf" srcId="{04083EBA-7D9B-4334-9574-4A8123F84E71}" destId="{68EAEF11-826D-4AB2-8B34-FF2F11A696D6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B685DBE-AA45-4EF3-B363-742A615ADE1F}" type="doc">
      <dgm:prSet loTypeId="urn:microsoft.com/office/officeart/2005/8/layout/matrix1" loCatId="matrix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884548A-BD99-496F-AF6A-3E67991CF051}">
      <dgm:prSet/>
      <dgm:spPr/>
      <dgm:t>
        <a:bodyPr/>
        <a:lstStyle/>
        <a:p>
          <a:r>
            <a:rPr lang="en-US" dirty="0" smtClean="0"/>
            <a:t>Key Features</a:t>
          </a:r>
          <a:endParaRPr lang="en-US" dirty="0"/>
        </a:p>
      </dgm:t>
    </dgm:pt>
    <dgm:pt modelId="{D41739E4-6FF2-4E35-9296-44876873D9C1}" type="sibTrans" cxnId="{B7595AAF-486E-4E44-AB79-9668CDE0CFA5}">
      <dgm:prSet/>
      <dgm:spPr/>
      <dgm:t>
        <a:bodyPr/>
        <a:lstStyle/>
        <a:p>
          <a:endParaRPr lang="en-US"/>
        </a:p>
      </dgm:t>
    </dgm:pt>
    <dgm:pt modelId="{75F75F6A-F8D4-4A76-81F4-24B85E0D8BFA}" type="parTrans" cxnId="{B7595AAF-486E-4E44-AB79-9668CDE0CFA5}">
      <dgm:prSet/>
      <dgm:spPr/>
      <dgm:t>
        <a:bodyPr/>
        <a:lstStyle/>
        <a:p>
          <a:endParaRPr lang="en-US"/>
        </a:p>
      </dgm:t>
    </dgm:pt>
    <dgm:pt modelId="{436211F5-1E4F-4A72-B497-5BA4739B7636}">
      <dgm:prSet/>
      <dgm:spPr/>
      <dgm:t>
        <a:bodyPr/>
        <a:lstStyle/>
        <a:p>
          <a:r>
            <a:rPr lang="en-US" dirty="0" smtClean="0"/>
            <a:t>Admin/user roles with separate dashboards</a:t>
          </a:r>
          <a:endParaRPr lang="en-US" dirty="0"/>
        </a:p>
      </dgm:t>
    </dgm:pt>
    <dgm:pt modelId="{4486A32B-BD60-4D57-B535-BFFC15CDF826}" type="sibTrans" cxnId="{052B147E-BECB-4BA1-AD7D-368DEAC9AB28}">
      <dgm:prSet/>
      <dgm:spPr/>
      <dgm:t>
        <a:bodyPr/>
        <a:lstStyle/>
        <a:p>
          <a:endParaRPr lang="en-US"/>
        </a:p>
      </dgm:t>
    </dgm:pt>
    <dgm:pt modelId="{944E5B24-CA42-4357-9C64-AD1E15084B6A}" type="parTrans" cxnId="{052B147E-BECB-4BA1-AD7D-368DEAC9AB28}">
      <dgm:prSet/>
      <dgm:spPr/>
      <dgm:t>
        <a:bodyPr/>
        <a:lstStyle/>
        <a:p>
          <a:endParaRPr lang="en-US"/>
        </a:p>
      </dgm:t>
    </dgm:pt>
    <dgm:pt modelId="{A4DF3BEE-5F73-48C4-B751-CDCC5187EB17}">
      <dgm:prSet phldrT="[Text]"/>
      <dgm:spPr/>
      <dgm:t>
        <a:bodyPr/>
        <a:lstStyle/>
        <a:p>
          <a:pPr algn="ctr"/>
          <a:r>
            <a:rPr lang="en-US" dirty="0" err="1" smtClean="0"/>
            <a:t>Chatbot</a:t>
          </a:r>
          <a:r>
            <a:rPr lang="en-US" dirty="0" smtClean="0"/>
            <a:t> interaction via </a:t>
          </a:r>
          <a:r>
            <a:rPr lang="en-US" dirty="0" err="1" smtClean="0"/>
            <a:t>Dialogflow</a:t>
          </a:r>
          <a:endParaRPr lang="en-US" dirty="0"/>
        </a:p>
      </dgm:t>
    </dgm:pt>
    <dgm:pt modelId="{A9853724-C321-4AC0-A37C-4E0A4EA55EA9}" type="parTrans" cxnId="{F3868B38-93FC-496E-9311-9725AAEBC67C}">
      <dgm:prSet/>
      <dgm:spPr/>
      <dgm:t>
        <a:bodyPr/>
        <a:lstStyle/>
        <a:p>
          <a:endParaRPr lang="en-US"/>
        </a:p>
      </dgm:t>
    </dgm:pt>
    <dgm:pt modelId="{D9994B53-49C9-4932-94AD-57896212D392}" type="sibTrans" cxnId="{F3868B38-93FC-496E-9311-9725AAEBC67C}">
      <dgm:prSet/>
      <dgm:spPr/>
      <dgm:t>
        <a:bodyPr/>
        <a:lstStyle/>
        <a:p>
          <a:endParaRPr lang="en-US"/>
        </a:p>
      </dgm:t>
    </dgm:pt>
    <dgm:pt modelId="{EB59858F-F840-48CC-BD86-C0F1E61083D6}">
      <dgm:prSet/>
      <dgm:spPr/>
      <dgm:t>
        <a:bodyPr/>
        <a:lstStyle/>
        <a:p>
          <a:r>
            <a:rPr lang="en-US" smtClean="0"/>
            <a:t>Order/reservation management</a:t>
          </a:r>
          <a:endParaRPr lang="en-US"/>
        </a:p>
      </dgm:t>
    </dgm:pt>
    <dgm:pt modelId="{4D61208B-4A21-44D9-A30F-82402A3C1496}" type="parTrans" cxnId="{94D2D3CD-7321-47F4-823B-9A07C86DD22D}">
      <dgm:prSet/>
      <dgm:spPr/>
      <dgm:t>
        <a:bodyPr/>
        <a:lstStyle/>
        <a:p>
          <a:endParaRPr lang="en-US"/>
        </a:p>
      </dgm:t>
    </dgm:pt>
    <dgm:pt modelId="{C470B932-0A46-4A4C-BEB4-F00DF0D12D3E}" type="sibTrans" cxnId="{94D2D3CD-7321-47F4-823B-9A07C86DD22D}">
      <dgm:prSet/>
      <dgm:spPr/>
      <dgm:t>
        <a:bodyPr/>
        <a:lstStyle/>
        <a:p>
          <a:endParaRPr lang="en-US"/>
        </a:p>
      </dgm:t>
    </dgm:pt>
    <dgm:pt modelId="{8DCA77DC-748D-4F6C-B62F-E01201B75425}">
      <dgm:prSet/>
      <dgm:spPr/>
      <dgm:t>
        <a:bodyPr/>
        <a:lstStyle/>
        <a:p>
          <a:r>
            <a:rPr lang="en-US" smtClean="0"/>
            <a:t>Real-time API integration</a:t>
          </a:r>
          <a:endParaRPr lang="en-US"/>
        </a:p>
      </dgm:t>
    </dgm:pt>
    <dgm:pt modelId="{2C593C9C-AC22-4585-BCB3-79DC31A64C24}" type="parTrans" cxnId="{93C70BB4-EEB0-4EC5-A459-40BC496BD0E4}">
      <dgm:prSet/>
      <dgm:spPr/>
      <dgm:t>
        <a:bodyPr/>
        <a:lstStyle/>
        <a:p>
          <a:endParaRPr lang="en-US"/>
        </a:p>
      </dgm:t>
    </dgm:pt>
    <dgm:pt modelId="{A8DD871E-C819-45A2-9575-3B54F9F2AD18}" type="sibTrans" cxnId="{93C70BB4-EEB0-4EC5-A459-40BC496BD0E4}">
      <dgm:prSet/>
      <dgm:spPr/>
      <dgm:t>
        <a:bodyPr/>
        <a:lstStyle/>
        <a:p>
          <a:endParaRPr lang="en-US"/>
        </a:p>
      </dgm:t>
    </dgm:pt>
    <dgm:pt modelId="{BD816A1A-5163-480E-8D72-53108A5D3E31}" type="pres">
      <dgm:prSet presAssocID="{6B685DBE-AA45-4EF3-B363-742A615ADE1F}" presName="diagram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47D83C5B-72DB-4F77-9910-9EA783199EF5}" type="pres">
      <dgm:prSet presAssocID="{6B685DBE-AA45-4EF3-B363-742A615ADE1F}" presName="matrix" presStyleCnt="0"/>
      <dgm:spPr/>
    </dgm:pt>
    <dgm:pt modelId="{39179B05-94A6-42D8-BEE1-A9DE889173B1}" type="pres">
      <dgm:prSet presAssocID="{6B685DBE-AA45-4EF3-B363-742A615ADE1F}" presName="tile1" presStyleLbl="node1" presStyleIdx="0" presStyleCnt="4"/>
      <dgm:spPr/>
      <dgm:t>
        <a:bodyPr/>
        <a:lstStyle/>
        <a:p>
          <a:endParaRPr lang="en-US"/>
        </a:p>
      </dgm:t>
    </dgm:pt>
    <dgm:pt modelId="{05F3AB0E-6E03-44E0-B998-69FBCDAC940C}" type="pres">
      <dgm:prSet presAssocID="{6B685DBE-AA45-4EF3-B363-742A615ADE1F}" presName="tile1text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62BEF6C-47E7-4088-B9F3-3E41C6EC0FAE}" type="pres">
      <dgm:prSet presAssocID="{6B685DBE-AA45-4EF3-B363-742A615ADE1F}" presName="tile2" presStyleLbl="node1" presStyleIdx="1" presStyleCnt="4"/>
      <dgm:spPr/>
      <dgm:t>
        <a:bodyPr/>
        <a:lstStyle/>
        <a:p>
          <a:endParaRPr lang="en-US"/>
        </a:p>
      </dgm:t>
    </dgm:pt>
    <dgm:pt modelId="{9280CE2B-8EB7-4609-BDC3-0E4EAA58A698}" type="pres">
      <dgm:prSet presAssocID="{6B685DBE-AA45-4EF3-B363-742A615ADE1F}" presName="tile2text" presStyleLbl="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B1D53CF-5EBC-4C00-9023-CDCD465AC9C4}" type="pres">
      <dgm:prSet presAssocID="{6B685DBE-AA45-4EF3-B363-742A615ADE1F}" presName="tile3" presStyleLbl="node1" presStyleIdx="2" presStyleCnt="4"/>
      <dgm:spPr/>
      <dgm:t>
        <a:bodyPr/>
        <a:lstStyle/>
        <a:p>
          <a:endParaRPr lang="en-US"/>
        </a:p>
      </dgm:t>
    </dgm:pt>
    <dgm:pt modelId="{0B6C69DF-F7C7-4F85-B3ED-EDEFDBF96E3C}" type="pres">
      <dgm:prSet presAssocID="{6B685DBE-AA45-4EF3-B363-742A615ADE1F}" presName="tile3text" presStyleLbl="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8535A31-48A9-44FC-9EA6-788B8EABA2C9}" type="pres">
      <dgm:prSet presAssocID="{6B685DBE-AA45-4EF3-B363-742A615ADE1F}" presName="tile4" presStyleLbl="node1" presStyleIdx="3" presStyleCnt="4"/>
      <dgm:spPr/>
      <dgm:t>
        <a:bodyPr/>
        <a:lstStyle/>
        <a:p>
          <a:endParaRPr lang="en-US"/>
        </a:p>
      </dgm:t>
    </dgm:pt>
    <dgm:pt modelId="{F4DCE836-0BEA-4B1A-954F-8A1DA6BFD135}" type="pres">
      <dgm:prSet presAssocID="{6B685DBE-AA45-4EF3-B363-742A615ADE1F}" presName="tile4text" presStyleLbl="node1" presStyleIdx="3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A5C95D5-E34F-4613-9966-3308574DBEA6}" type="pres">
      <dgm:prSet presAssocID="{6B685DBE-AA45-4EF3-B363-742A615ADE1F}" presName="centerTile" presStyleLbl="fgShp" presStyleIdx="0" presStyleCnt="1">
        <dgm:presLayoutVars>
          <dgm:chMax val="0"/>
          <dgm:chPref val="0"/>
        </dgm:presLayoutVars>
      </dgm:prSet>
      <dgm:spPr/>
      <dgm:t>
        <a:bodyPr/>
        <a:lstStyle/>
        <a:p>
          <a:endParaRPr lang="en-US"/>
        </a:p>
      </dgm:t>
    </dgm:pt>
  </dgm:ptLst>
  <dgm:cxnLst>
    <dgm:cxn modelId="{B7595AAF-486E-4E44-AB79-9668CDE0CFA5}" srcId="{6B685DBE-AA45-4EF3-B363-742A615ADE1F}" destId="{F884548A-BD99-496F-AF6A-3E67991CF051}" srcOrd="0" destOrd="0" parTransId="{75F75F6A-F8D4-4A76-81F4-24B85E0D8BFA}" sibTransId="{D41739E4-6FF2-4E35-9296-44876873D9C1}"/>
    <dgm:cxn modelId="{26A0701C-5E3D-471E-8B76-FAE84168AF9D}" type="presOf" srcId="{EB59858F-F840-48CC-BD86-C0F1E61083D6}" destId="{EB1D53CF-5EBC-4C00-9023-CDCD465AC9C4}" srcOrd="0" destOrd="0" presId="urn:microsoft.com/office/officeart/2005/8/layout/matrix1"/>
    <dgm:cxn modelId="{966C200D-EB50-4215-A006-CBB06FB2FE9E}" type="presOf" srcId="{A4DF3BEE-5F73-48C4-B751-CDCC5187EB17}" destId="{562BEF6C-47E7-4088-B9F3-3E41C6EC0FAE}" srcOrd="0" destOrd="0" presId="urn:microsoft.com/office/officeart/2005/8/layout/matrix1"/>
    <dgm:cxn modelId="{8EAE23B5-624E-43DF-A7A2-CAC1A30BA448}" type="presOf" srcId="{F884548A-BD99-496F-AF6A-3E67991CF051}" destId="{FA5C95D5-E34F-4613-9966-3308574DBEA6}" srcOrd="0" destOrd="0" presId="urn:microsoft.com/office/officeart/2005/8/layout/matrix1"/>
    <dgm:cxn modelId="{F3868B38-93FC-496E-9311-9725AAEBC67C}" srcId="{F884548A-BD99-496F-AF6A-3E67991CF051}" destId="{A4DF3BEE-5F73-48C4-B751-CDCC5187EB17}" srcOrd="1" destOrd="0" parTransId="{A9853724-C321-4AC0-A37C-4E0A4EA55EA9}" sibTransId="{D9994B53-49C9-4932-94AD-57896212D392}"/>
    <dgm:cxn modelId="{49B30291-B979-40FD-AB28-F6DDB0AB5C19}" type="presOf" srcId="{436211F5-1E4F-4A72-B497-5BA4739B7636}" destId="{05F3AB0E-6E03-44E0-B998-69FBCDAC940C}" srcOrd="1" destOrd="0" presId="urn:microsoft.com/office/officeart/2005/8/layout/matrix1"/>
    <dgm:cxn modelId="{94D2D3CD-7321-47F4-823B-9A07C86DD22D}" srcId="{F884548A-BD99-496F-AF6A-3E67991CF051}" destId="{EB59858F-F840-48CC-BD86-C0F1E61083D6}" srcOrd="2" destOrd="0" parTransId="{4D61208B-4A21-44D9-A30F-82402A3C1496}" sibTransId="{C470B932-0A46-4A4C-BEB4-F00DF0D12D3E}"/>
    <dgm:cxn modelId="{9539B9E8-9427-41A8-88B8-760E650AADC4}" type="presOf" srcId="{6B685DBE-AA45-4EF3-B363-742A615ADE1F}" destId="{BD816A1A-5163-480E-8D72-53108A5D3E31}" srcOrd="0" destOrd="0" presId="urn:microsoft.com/office/officeart/2005/8/layout/matrix1"/>
    <dgm:cxn modelId="{43D6D1B4-1C45-4DD7-8C81-ED2579D54550}" type="presOf" srcId="{A4DF3BEE-5F73-48C4-B751-CDCC5187EB17}" destId="{9280CE2B-8EB7-4609-BDC3-0E4EAA58A698}" srcOrd="1" destOrd="0" presId="urn:microsoft.com/office/officeart/2005/8/layout/matrix1"/>
    <dgm:cxn modelId="{6EE0262A-2195-417C-8623-91064463EF4D}" type="presOf" srcId="{436211F5-1E4F-4A72-B497-5BA4739B7636}" destId="{39179B05-94A6-42D8-BEE1-A9DE889173B1}" srcOrd="0" destOrd="0" presId="urn:microsoft.com/office/officeart/2005/8/layout/matrix1"/>
    <dgm:cxn modelId="{CE24E3B9-74D4-47F0-9443-89FF34253E96}" type="presOf" srcId="{8DCA77DC-748D-4F6C-B62F-E01201B75425}" destId="{F4DCE836-0BEA-4B1A-954F-8A1DA6BFD135}" srcOrd="1" destOrd="0" presId="urn:microsoft.com/office/officeart/2005/8/layout/matrix1"/>
    <dgm:cxn modelId="{93C70BB4-EEB0-4EC5-A459-40BC496BD0E4}" srcId="{F884548A-BD99-496F-AF6A-3E67991CF051}" destId="{8DCA77DC-748D-4F6C-B62F-E01201B75425}" srcOrd="3" destOrd="0" parTransId="{2C593C9C-AC22-4585-BCB3-79DC31A64C24}" sibTransId="{A8DD871E-C819-45A2-9575-3B54F9F2AD18}"/>
    <dgm:cxn modelId="{1CB6FC57-130F-49D8-A4AD-4EAFDA1B3CAA}" type="presOf" srcId="{8DCA77DC-748D-4F6C-B62F-E01201B75425}" destId="{78535A31-48A9-44FC-9EA6-788B8EABA2C9}" srcOrd="0" destOrd="0" presId="urn:microsoft.com/office/officeart/2005/8/layout/matrix1"/>
    <dgm:cxn modelId="{052B147E-BECB-4BA1-AD7D-368DEAC9AB28}" srcId="{F884548A-BD99-496F-AF6A-3E67991CF051}" destId="{436211F5-1E4F-4A72-B497-5BA4739B7636}" srcOrd="0" destOrd="0" parTransId="{944E5B24-CA42-4357-9C64-AD1E15084B6A}" sibTransId="{4486A32B-BD60-4D57-B535-BFFC15CDF826}"/>
    <dgm:cxn modelId="{920BD649-A3E7-4331-90BA-7E957E029652}" type="presOf" srcId="{EB59858F-F840-48CC-BD86-C0F1E61083D6}" destId="{0B6C69DF-F7C7-4F85-B3ED-EDEFDBF96E3C}" srcOrd="1" destOrd="0" presId="urn:microsoft.com/office/officeart/2005/8/layout/matrix1"/>
    <dgm:cxn modelId="{86FEDF3F-925D-47E7-B170-ADFF7756D5A9}" type="presParOf" srcId="{BD816A1A-5163-480E-8D72-53108A5D3E31}" destId="{47D83C5B-72DB-4F77-9910-9EA783199EF5}" srcOrd="0" destOrd="0" presId="urn:microsoft.com/office/officeart/2005/8/layout/matrix1"/>
    <dgm:cxn modelId="{5E140FD0-8658-4B8A-A16E-A2CAF0FAB9C4}" type="presParOf" srcId="{47D83C5B-72DB-4F77-9910-9EA783199EF5}" destId="{39179B05-94A6-42D8-BEE1-A9DE889173B1}" srcOrd="0" destOrd="0" presId="urn:microsoft.com/office/officeart/2005/8/layout/matrix1"/>
    <dgm:cxn modelId="{2BAA4199-9606-4C08-BDD9-A02AE4C764A4}" type="presParOf" srcId="{47D83C5B-72DB-4F77-9910-9EA783199EF5}" destId="{05F3AB0E-6E03-44E0-B998-69FBCDAC940C}" srcOrd="1" destOrd="0" presId="urn:microsoft.com/office/officeart/2005/8/layout/matrix1"/>
    <dgm:cxn modelId="{2BD81186-1453-46BD-BD83-9BDAC2316F6B}" type="presParOf" srcId="{47D83C5B-72DB-4F77-9910-9EA783199EF5}" destId="{562BEF6C-47E7-4088-B9F3-3E41C6EC0FAE}" srcOrd="2" destOrd="0" presId="urn:microsoft.com/office/officeart/2005/8/layout/matrix1"/>
    <dgm:cxn modelId="{26048A45-74B7-4729-9DE4-18DF5014A664}" type="presParOf" srcId="{47D83C5B-72DB-4F77-9910-9EA783199EF5}" destId="{9280CE2B-8EB7-4609-BDC3-0E4EAA58A698}" srcOrd="3" destOrd="0" presId="urn:microsoft.com/office/officeart/2005/8/layout/matrix1"/>
    <dgm:cxn modelId="{0FD2E370-DFB8-4D44-9FC2-D7E07CEC5D26}" type="presParOf" srcId="{47D83C5B-72DB-4F77-9910-9EA783199EF5}" destId="{EB1D53CF-5EBC-4C00-9023-CDCD465AC9C4}" srcOrd="4" destOrd="0" presId="urn:microsoft.com/office/officeart/2005/8/layout/matrix1"/>
    <dgm:cxn modelId="{97940A1F-2361-4711-8DB9-00912098486B}" type="presParOf" srcId="{47D83C5B-72DB-4F77-9910-9EA783199EF5}" destId="{0B6C69DF-F7C7-4F85-B3ED-EDEFDBF96E3C}" srcOrd="5" destOrd="0" presId="urn:microsoft.com/office/officeart/2005/8/layout/matrix1"/>
    <dgm:cxn modelId="{AA01B4B1-68F6-4B19-9CCD-3F8A01492E0C}" type="presParOf" srcId="{47D83C5B-72DB-4F77-9910-9EA783199EF5}" destId="{78535A31-48A9-44FC-9EA6-788B8EABA2C9}" srcOrd="6" destOrd="0" presId="urn:microsoft.com/office/officeart/2005/8/layout/matrix1"/>
    <dgm:cxn modelId="{AFB7EB82-196F-48C5-8087-0B5B257A0FAE}" type="presParOf" srcId="{47D83C5B-72DB-4F77-9910-9EA783199EF5}" destId="{F4DCE836-0BEA-4B1A-954F-8A1DA6BFD135}" srcOrd="7" destOrd="0" presId="urn:microsoft.com/office/officeart/2005/8/layout/matrix1"/>
    <dgm:cxn modelId="{9746BB47-C150-4BC3-959D-4ECB35FC1729}" type="presParOf" srcId="{BD816A1A-5163-480E-8D72-53108A5D3E31}" destId="{FA5C95D5-E34F-4613-9966-3308574DBEA6}" srcOrd="1" destOrd="0" presId="urn:microsoft.com/office/officeart/2005/8/layout/matrix1"/>
  </dgm:cxnLst>
  <dgm:bg>
    <a:gradFill>
      <a:gsLst>
        <a:gs pos="0">
          <a:schemeClr val="bg2">
            <a:tint val="93000"/>
            <a:satMod val="150000"/>
            <a:shade val="98000"/>
            <a:lumMod val="102000"/>
          </a:schemeClr>
        </a:gs>
        <a:gs pos="55000">
          <a:schemeClr val="bg2">
            <a:tint val="98000"/>
            <a:satMod val="130000"/>
            <a:shade val="90000"/>
            <a:lumMod val="103000"/>
          </a:schemeClr>
        </a:gs>
        <a:gs pos="100000">
          <a:schemeClr val="bg2">
            <a:shade val="63000"/>
            <a:satMod val="120000"/>
          </a:schemeClr>
        </a:gs>
      </a:gsLst>
      <a:lin ang="5400000" scaled="0"/>
    </a:gradFill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8A4F1CF-41EC-4E4C-A55D-D4EF9EDC5607}" type="doc">
      <dgm:prSet loTypeId="urn:microsoft.com/office/officeart/2008/layout/BendingPictureCaptionList" loCatId="pictur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F763FA-667F-4A50-A7E5-1E33DE0E294C}">
      <dgm:prSet phldrT="[Text]"/>
      <dgm:spPr/>
      <dgm:t>
        <a:bodyPr/>
        <a:lstStyle/>
        <a:p>
          <a:r>
            <a:rPr lang="en-US" dirty="0" smtClean="0"/>
            <a:t>User Portal</a:t>
          </a:r>
          <a:endParaRPr lang="en-US" dirty="0"/>
        </a:p>
      </dgm:t>
    </dgm:pt>
    <dgm:pt modelId="{BAB055F7-06A3-4FA7-A6C1-D17FF0F6B3AA}" type="parTrans" cxnId="{650F3BDF-1F19-4F9C-BDD9-33AF45149DE4}">
      <dgm:prSet/>
      <dgm:spPr/>
      <dgm:t>
        <a:bodyPr/>
        <a:lstStyle/>
        <a:p>
          <a:endParaRPr lang="en-US"/>
        </a:p>
      </dgm:t>
    </dgm:pt>
    <dgm:pt modelId="{D449D1F9-7D9D-457F-8C11-E4921A42E647}" type="sibTrans" cxnId="{650F3BDF-1F19-4F9C-BDD9-33AF45149DE4}">
      <dgm:prSet/>
      <dgm:spPr/>
      <dgm:t>
        <a:bodyPr/>
        <a:lstStyle/>
        <a:p>
          <a:endParaRPr lang="en-US"/>
        </a:p>
      </dgm:t>
    </dgm:pt>
    <dgm:pt modelId="{A84950AA-5B88-4B1A-9883-84CE09D5E3A2}">
      <dgm:prSet phldrT="[Text]"/>
      <dgm:spPr/>
      <dgm:t>
        <a:bodyPr/>
        <a:lstStyle/>
        <a:p>
          <a:r>
            <a:rPr lang="en-US" dirty="0" smtClean="0"/>
            <a:t>Admin Portal</a:t>
          </a:r>
          <a:endParaRPr lang="en-US" dirty="0"/>
        </a:p>
      </dgm:t>
    </dgm:pt>
    <dgm:pt modelId="{16934EBE-A9E5-476E-96E1-2D94975A6973}" type="parTrans" cxnId="{513D1803-7940-4D1C-A97A-1E03BCCEFF33}">
      <dgm:prSet/>
      <dgm:spPr/>
      <dgm:t>
        <a:bodyPr/>
        <a:lstStyle/>
        <a:p>
          <a:endParaRPr lang="en-US"/>
        </a:p>
      </dgm:t>
    </dgm:pt>
    <dgm:pt modelId="{0B4C465E-415B-4E15-91D4-3836A6F5AB75}" type="sibTrans" cxnId="{513D1803-7940-4D1C-A97A-1E03BCCEFF33}">
      <dgm:prSet/>
      <dgm:spPr/>
      <dgm:t>
        <a:bodyPr/>
        <a:lstStyle/>
        <a:p>
          <a:endParaRPr lang="en-US"/>
        </a:p>
      </dgm:t>
    </dgm:pt>
    <dgm:pt modelId="{EBF36AC8-0A19-482C-8283-A1AD2CD7B2B4}">
      <dgm:prSet phldrT="[Text]"/>
      <dgm:spPr/>
      <dgm:t>
        <a:bodyPr/>
        <a:lstStyle/>
        <a:p>
          <a:r>
            <a:rPr lang="en-US" dirty="0" err="1" smtClean="0"/>
            <a:t>Chatbot</a:t>
          </a:r>
          <a:endParaRPr lang="en-US" dirty="0"/>
        </a:p>
      </dgm:t>
    </dgm:pt>
    <dgm:pt modelId="{254CB637-77DE-4680-AD07-FA6B2695B8AD}" type="parTrans" cxnId="{C4053764-E2E2-4486-A957-5E6CB75D8D7E}">
      <dgm:prSet/>
      <dgm:spPr/>
      <dgm:t>
        <a:bodyPr/>
        <a:lstStyle/>
        <a:p>
          <a:endParaRPr lang="en-US"/>
        </a:p>
      </dgm:t>
    </dgm:pt>
    <dgm:pt modelId="{B5707EDE-B4B8-49B3-82D5-D1C144C0C0DE}" type="sibTrans" cxnId="{C4053764-E2E2-4486-A957-5E6CB75D8D7E}">
      <dgm:prSet/>
      <dgm:spPr/>
      <dgm:t>
        <a:bodyPr/>
        <a:lstStyle/>
        <a:p>
          <a:endParaRPr lang="en-US"/>
        </a:p>
      </dgm:t>
    </dgm:pt>
    <dgm:pt modelId="{130D73EE-BFC4-4BFA-A529-A55418E3E935}" type="pres">
      <dgm:prSet presAssocID="{28A4F1CF-41EC-4E4C-A55D-D4EF9EDC5607}" presName="Name0" presStyleCnt="0">
        <dgm:presLayoutVars>
          <dgm:dir/>
          <dgm:resizeHandles val="exact"/>
        </dgm:presLayoutVars>
      </dgm:prSet>
      <dgm:spPr/>
    </dgm:pt>
    <dgm:pt modelId="{17284B20-7C09-4B44-B1F0-A68329DF91FC}" type="pres">
      <dgm:prSet presAssocID="{C3F763FA-667F-4A50-A7E5-1E33DE0E294C}" presName="composite" presStyleCnt="0"/>
      <dgm:spPr/>
    </dgm:pt>
    <dgm:pt modelId="{528DCEAB-D310-4460-B8FF-270A9E4BA1DD}" type="pres">
      <dgm:prSet presAssocID="{C3F763FA-667F-4A50-A7E5-1E33DE0E294C}" presName="rect1" presStyleLbl="bgImgPlace1" presStyleIdx="0" presStyleCnt="3"/>
      <dgm:spPr>
        <a:blipFill rotWithShape="1">
          <a:blip xmlns:r="http://schemas.openxmlformats.org/officeDocument/2006/relationships" r:embed="rId1"/>
          <a:stretch>
            <a:fillRect/>
          </a:stretch>
        </a:blipFill>
      </dgm:spPr>
    </dgm:pt>
    <dgm:pt modelId="{E5FFED8C-55FC-401B-A8FC-B412E89A6370}" type="pres">
      <dgm:prSet presAssocID="{C3F763FA-667F-4A50-A7E5-1E33DE0E294C}" presName="wedgeRectCallout1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CDBD348-3330-4E5D-9737-85330EF2AC0A}" type="pres">
      <dgm:prSet presAssocID="{D449D1F9-7D9D-457F-8C11-E4921A42E647}" presName="sibTrans" presStyleCnt="0"/>
      <dgm:spPr/>
    </dgm:pt>
    <dgm:pt modelId="{CDF8CEBC-88C6-46B7-996C-FBFCA404E25D}" type="pres">
      <dgm:prSet presAssocID="{A84950AA-5B88-4B1A-9883-84CE09D5E3A2}" presName="composite" presStyleCnt="0"/>
      <dgm:spPr/>
    </dgm:pt>
    <dgm:pt modelId="{B40913BA-5405-4327-BB93-A9F27FFF63F5}" type="pres">
      <dgm:prSet presAssocID="{A84950AA-5B88-4B1A-9883-84CE09D5E3A2}" presName="rect1" presStyleLbl="bgImgPlace1" presStyleIdx="1" presStyleCnt="3"/>
      <dgm:spPr>
        <a:blipFill rotWithShape="1">
          <a:blip xmlns:r="http://schemas.openxmlformats.org/officeDocument/2006/relationships" r:embed="rId2"/>
          <a:stretch>
            <a:fillRect/>
          </a:stretch>
        </a:blipFill>
      </dgm:spPr>
    </dgm:pt>
    <dgm:pt modelId="{47B9B22E-5F87-49F3-B0E4-7087A57E7E78}" type="pres">
      <dgm:prSet presAssocID="{A84950AA-5B88-4B1A-9883-84CE09D5E3A2}" presName="wedgeRectCallout1" presStyleLbl="node1" presStyleIdx="1" presStyleCnt="3">
        <dgm:presLayoutVars>
          <dgm:bulletEnabled val="1"/>
        </dgm:presLayoutVars>
      </dgm:prSet>
      <dgm:spPr/>
    </dgm:pt>
    <dgm:pt modelId="{2F2C3A2B-2335-4826-8A0B-25ADFBF47129}" type="pres">
      <dgm:prSet presAssocID="{0B4C465E-415B-4E15-91D4-3836A6F5AB75}" presName="sibTrans" presStyleCnt="0"/>
      <dgm:spPr/>
    </dgm:pt>
    <dgm:pt modelId="{11F77D43-8E8E-4F2B-99CF-C567BE5C3137}" type="pres">
      <dgm:prSet presAssocID="{EBF36AC8-0A19-482C-8283-A1AD2CD7B2B4}" presName="composite" presStyleCnt="0"/>
      <dgm:spPr/>
    </dgm:pt>
    <dgm:pt modelId="{6C33749D-85D3-4516-B632-162C8455167D}" type="pres">
      <dgm:prSet presAssocID="{EBF36AC8-0A19-482C-8283-A1AD2CD7B2B4}" presName="rect1" presStyleLbl="bgImgPlace1" presStyleIdx="2" presStyleCnt="3"/>
      <dgm:spPr>
        <a:blipFill rotWithShape="1">
          <a:blip xmlns:r="http://schemas.openxmlformats.org/officeDocument/2006/relationships" r:embed="rId3"/>
          <a:stretch>
            <a:fillRect/>
          </a:stretch>
        </a:blipFill>
      </dgm:spPr>
    </dgm:pt>
    <dgm:pt modelId="{74752DC5-4198-4A16-AA46-CF1F958F654C}" type="pres">
      <dgm:prSet presAssocID="{EBF36AC8-0A19-482C-8283-A1AD2CD7B2B4}" presName="wedgeRectCallout1" presStyleLbl="node1" presStyleIdx="2" presStyleCnt="3">
        <dgm:presLayoutVars>
          <dgm:bulletEnabled val="1"/>
        </dgm:presLayoutVars>
      </dgm:prSet>
      <dgm:spPr/>
    </dgm:pt>
  </dgm:ptLst>
  <dgm:cxnLst>
    <dgm:cxn modelId="{650F3BDF-1F19-4F9C-BDD9-33AF45149DE4}" srcId="{28A4F1CF-41EC-4E4C-A55D-D4EF9EDC5607}" destId="{C3F763FA-667F-4A50-A7E5-1E33DE0E294C}" srcOrd="0" destOrd="0" parTransId="{BAB055F7-06A3-4FA7-A6C1-D17FF0F6B3AA}" sibTransId="{D449D1F9-7D9D-457F-8C11-E4921A42E647}"/>
    <dgm:cxn modelId="{513D1803-7940-4D1C-A97A-1E03BCCEFF33}" srcId="{28A4F1CF-41EC-4E4C-A55D-D4EF9EDC5607}" destId="{A84950AA-5B88-4B1A-9883-84CE09D5E3A2}" srcOrd="1" destOrd="0" parTransId="{16934EBE-A9E5-476E-96E1-2D94975A6973}" sibTransId="{0B4C465E-415B-4E15-91D4-3836A6F5AB75}"/>
    <dgm:cxn modelId="{C4053764-E2E2-4486-A957-5E6CB75D8D7E}" srcId="{28A4F1CF-41EC-4E4C-A55D-D4EF9EDC5607}" destId="{EBF36AC8-0A19-482C-8283-A1AD2CD7B2B4}" srcOrd="2" destOrd="0" parTransId="{254CB637-77DE-4680-AD07-FA6B2695B8AD}" sibTransId="{B5707EDE-B4B8-49B3-82D5-D1C144C0C0DE}"/>
    <dgm:cxn modelId="{6DF6BFB3-8FB4-49B6-AE31-9C2B156DC6CF}" type="presOf" srcId="{C3F763FA-667F-4A50-A7E5-1E33DE0E294C}" destId="{E5FFED8C-55FC-401B-A8FC-B412E89A6370}" srcOrd="0" destOrd="0" presId="urn:microsoft.com/office/officeart/2008/layout/BendingPictureCaptionList"/>
    <dgm:cxn modelId="{063A1CB7-3BC3-4DBA-AAC0-F0133751B7A8}" type="presOf" srcId="{EBF36AC8-0A19-482C-8283-A1AD2CD7B2B4}" destId="{74752DC5-4198-4A16-AA46-CF1F958F654C}" srcOrd="0" destOrd="0" presId="urn:microsoft.com/office/officeart/2008/layout/BendingPictureCaptionList"/>
    <dgm:cxn modelId="{69CBD490-B613-4B6E-968E-CB89A35C0F9C}" type="presOf" srcId="{28A4F1CF-41EC-4E4C-A55D-D4EF9EDC5607}" destId="{130D73EE-BFC4-4BFA-A529-A55418E3E935}" srcOrd="0" destOrd="0" presId="urn:microsoft.com/office/officeart/2008/layout/BendingPictureCaptionList"/>
    <dgm:cxn modelId="{D9368CC8-6BB8-4862-AE37-48C5B5F067B0}" type="presOf" srcId="{A84950AA-5B88-4B1A-9883-84CE09D5E3A2}" destId="{47B9B22E-5F87-49F3-B0E4-7087A57E7E78}" srcOrd="0" destOrd="0" presId="urn:microsoft.com/office/officeart/2008/layout/BendingPictureCaptionList"/>
    <dgm:cxn modelId="{F77C0627-EDB8-4C61-9E72-55B8F0BBED4F}" type="presParOf" srcId="{130D73EE-BFC4-4BFA-A529-A55418E3E935}" destId="{17284B20-7C09-4B44-B1F0-A68329DF91FC}" srcOrd="0" destOrd="0" presId="urn:microsoft.com/office/officeart/2008/layout/BendingPictureCaptionList"/>
    <dgm:cxn modelId="{D9212BCB-9E8F-42F6-BEEB-D18D9BEC8980}" type="presParOf" srcId="{17284B20-7C09-4B44-B1F0-A68329DF91FC}" destId="{528DCEAB-D310-4460-B8FF-270A9E4BA1DD}" srcOrd="0" destOrd="0" presId="urn:microsoft.com/office/officeart/2008/layout/BendingPictureCaptionList"/>
    <dgm:cxn modelId="{F38FB2B0-1285-48D4-9947-D60C804C8533}" type="presParOf" srcId="{17284B20-7C09-4B44-B1F0-A68329DF91FC}" destId="{E5FFED8C-55FC-401B-A8FC-B412E89A6370}" srcOrd="1" destOrd="0" presId="urn:microsoft.com/office/officeart/2008/layout/BendingPictureCaptionList"/>
    <dgm:cxn modelId="{D1ACF40C-2B33-4974-9A4D-9649FB2B815C}" type="presParOf" srcId="{130D73EE-BFC4-4BFA-A529-A55418E3E935}" destId="{DCDBD348-3330-4E5D-9737-85330EF2AC0A}" srcOrd="1" destOrd="0" presId="urn:microsoft.com/office/officeart/2008/layout/BendingPictureCaptionList"/>
    <dgm:cxn modelId="{2268E383-E9B3-4F84-9C51-F6562A539B2C}" type="presParOf" srcId="{130D73EE-BFC4-4BFA-A529-A55418E3E935}" destId="{CDF8CEBC-88C6-46B7-996C-FBFCA404E25D}" srcOrd="2" destOrd="0" presId="urn:microsoft.com/office/officeart/2008/layout/BendingPictureCaptionList"/>
    <dgm:cxn modelId="{1043B88E-E05A-489C-8312-931723961618}" type="presParOf" srcId="{CDF8CEBC-88C6-46B7-996C-FBFCA404E25D}" destId="{B40913BA-5405-4327-BB93-A9F27FFF63F5}" srcOrd="0" destOrd="0" presId="urn:microsoft.com/office/officeart/2008/layout/BendingPictureCaptionList"/>
    <dgm:cxn modelId="{15C748C1-D2CA-4615-8623-59C33A9AB47E}" type="presParOf" srcId="{CDF8CEBC-88C6-46B7-996C-FBFCA404E25D}" destId="{47B9B22E-5F87-49F3-B0E4-7087A57E7E78}" srcOrd="1" destOrd="0" presId="urn:microsoft.com/office/officeart/2008/layout/BendingPictureCaptionList"/>
    <dgm:cxn modelId="{50A2367F-7B8A-4476-A0C3-93F7D1B46B96}" type="presParOf" srcId="{130D73EE-BFC4-4BFA-A529-A55418E3E935}" destId="{2F2C3A2B-2335-4826-8A0B-25ADFBF47129}" srcOrd="3" destOrd="0" presId="urn:microsoft.com/office/officeart/2008/layout/BendingPictureCaptionList"/>
    <dgm:cxn modelId="{A2831E28-8CF8-46B4-BF62-5B6166EAE731}" type="presParOf" srcId="{130D73EE-BFC4-4BFA-A529-A55418E3E935}" destId="{11F77D43-8E8E-4F2B-99CF-C567BE5C3137}" srcOrd="4" destOrd="0" presId="urn:microsoft.com/office/officeart/2008/layout/BendingPictureCaptionList"/>
    <dgm:cxn modelId="{C77DDAC5-3A37-489D-9B75-3960E9868B72}" type="presParOf" srcId="{11F77D43-8E8E-4F2B-99CF-C567BE5C3137}" destId="{6C33749D-85D3-4516-B632-162C8455167D}" srcOrd="0" destOrd="0" presId="urn:microsoft.com/office/officeart/2008/layout/BendingPictureCaptionList"/>
    <dgm:cxn modelId="{0BADE820-2D6B-40A8-A39D-EC55F315E57B}" type="presParOf" srcId="{11F77D43-8E8E-4F2B-99CF-C567BE5C3137}" destId="{74752DC5-4198-4A16-AA46-CF1F958F654C}" srcOrd="1" destOrd="0" presId="urn:microsoft.com/office/officeart/2008/layout/BendingPictureCa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DE3B378-43F7-4659-9F26-28E2207188E6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95FE540-6C5C-4CC5-B20A-DC5B1B4D25C8}">
      <dgm:prSet phldrT="[Text]"/>
      <dgm:spPr/>
      <dgm:t>
        <a:bodyPr/>
        <a:lstStyle/>
        <a:p>
          <a:r>
            <a:rPr lang="en-US" dirty="0" smtClean="0"/>
            <a:t>Technical Learnings</a:t>
          </a:r>
          <a:endParaRPr lang="en-US" dirty="0"/>
        </a:p>
      </dgm:t>
    </dgm:pt>
    <dgm:pt modelId="{BCAA1FAD-710F-4FDC-BEE4-E7169D7D2ABE}" type="parTrans" cxnId="{0442FC94-D0BC-4878-A128-FC7D671A3D73}">
      <dgm:prSet/>
      <dgm:spPr/>
      <dgm:t>
        <a:bodyPr/>
        <a:lstStyle/>
        <a:p>
          <a:endParaRPr lang="en-US"/>
        </a:p>
      </dgm:t>
    </dgm:pt>
    <dgm:pt modelId="{C8FA895C-17F1-46E4-B0F7-49AA3CEF817F}" type="sibTrans" cxnId="{0442FC94-D0BC-4878-A128-FC7D671A3D73}">
      <dgm:prSet/>
      <dgm:spPr/>
      <dgm:t>
        <a:bodyPr/>
        <a:lstStyle/>
        <a:p>
          <a:endParaRPr lang="en-US"/>
        </a:p>
      </dgm:t>
    </dgm:pt>
    <dgm:pt modelId="{A48AFAE7-9BAC-46D1-9B92-ED17384D4D40}">
      <dgm:prSet phldrT="[Text]"/>
      <dgm:spPr/>
      <dgm:t>
        <a:bodyPr/>
        <a:lstStyle/>
        <a:p>
          <a:r>
            <a:rPr lang="en-US" b="0" dirty="0" smtClean="0"/>
            <a:t>Integrated </a:t>
          </a:r>
          <a:r>
            <a:rPr lang="en-US" b="0" dirty="0" err="1" smtClean="0"/>
            <a:t>Dialogflow</a:t>
          </a:r>
          <a:r>
            <a:rPr lang="en-US" b="0" dirty="0" smtClean="0"/>
            <a:t> NLP with </a:t>
          </a:r>
          <a:r>
            <a:rPr lang="en-US" b="0" dirty="0" err="1" smtClean="0"/>
            <a:t>Laravel</a:t>
          </a:r>
          <a:r>
            <a:rPr lang="en-US" b="0" dirty="0" smtClean="0"/>
            <a:t> backend</a:t>
          </a:r>
          <a:endParaRPr lang="en-US" b="0" dirty="0"/>
        </a:p>
      </dgm:t>
    </dgm:pt>
    <dgm:pt modelId="{69A3646C-C6A1-44E2-88EE-37A0D0325280}" type="parTrans" cxnId="{20101A2C-CA35-4692-A7B0-68F4A617A6DD}">
      <dgm:prSet/>
      <dgm:spPr/>
      <dgm:t>
        <a:bodyPr/>
        <a:lstStyle/>
        <a:p>
          <a:endParaRPr lang="en-US"/>
        </a:p>
      </dgm:t>
    </dgm:pt>
    <dgm:pt modelId="{4CC399E2-9389-4B75-AC84-A67DB27E6253}" type="sibTrans" cxnId="{20101A2C-CA35-4692-A7B0-68F4A617A6DD}">
      <dgm:prSet/>
      <dgm:spPr/>
      <dgm:t>
        <a:bodyPr/>
        <a:lstStyle/>
        <a:p>
          <a:endParaRPr lang="en-US"/>
        </a:p>
      </dgm:t>
    </dgm:pt>
    <dgm:pt modelId="{0E1206AA-8196-4C1D-95F2-058873D5E7F8}">
      <dgm:prSet phldrT="[Text]"/>
      <dgm:spPr/>
      <dgm:t>
        <a:bodyPr/>
        <a:lstStyle/>
        <a:p>
          <a:r>
            <a:rPr lang="en-US" dirty="0" smtClean="0"/>
            <a:t>Personal Growth</a:t>
          </a:r>
          <a:endParaRPr lang="en-US" dirty="0"/>
        </a:p>
      </dgm:t>
    </dgm:pt>
    <dgm:pt modelId="{19205C70-736E-4655-A6A2-A6CD69EE208F}" type="parTrans" cxnId="{0AB7FDBA-EE96-4560-B1EF-32799D7843D3}">
      <dgm:prSet/>
      <dgm:spPr/>
      <dgm:t>
        <a:bodyPr/>
        <a:lstStyle/>
        <a:p>
          <a:endParaRPr lang="en-US"/>
        </a:p>
      </dgm:t>
    </dgm:pt>
    <dgm:pt modelId="{8D6FA66A-11E5-4F77-BAEE-6307F2D59B64}" type="sibTrans" cxnId="{0AB7FDBA-EE96-4560-B1EF-32799D7843D3}">
      <dgm:prSet/>
      <dgm:spPr/>
      <dgm:t>
        <a:bodyPr/>
        <a:lstStyle/>
        <a:p>
          <a:endParaRPr lang="en-US"/>
        </a:p>
      </dgm:t>
    </dgm:pt>
    <dgm:pt modelId="{677AA82D-9AB4-48BA-9131-392ACDA45768}">
      <dgm:prSet/>
      <dgm:spPr/>
      <dgm:t>
        <a:bodyPr/>
        <a:lstStyle/>
        <a:p>
          <a:r>
            <a:rPr lang="en-US" b="0" dirty="0" smtClean="0"/>
            <a:t>Designed and consumed RESTful APIs</a:t>
          </a:r>
          <a:endParaRPr lang="en-US" b="0" dirty="0"/>
        </a:p>
      </dgm:t>
    </dgm:pt>
    <dgm:pt modelId="{D46E6202-76E5-4731-A2F3-F6901D606D4E}" type="parTrans" cxnId="{CFDDFF6E-C036-4B89-9148-41466485E943}">
      <dgm:prSet/>
      <dgm:spPr/>
      <dgm:t>
        <a:bodyPr/>
        <a:lstStyle/>
        <a:p>
          <a:endParaRPr lang="en-US"/>
        </a:p>
      </dgm:t>
    </dgm:pt>
    <dgm:pt modelId="{80A4A687-17B2-4C9B-BCA1-B40748B59C49}" type="sibTrans" cxnId="{CFDDFF6E-C036-4B89-9148-41466485E943}">
      <dgm:prSet/>
      <dgm:spPr/>
      <dgm:t>
        <a:bodyPr/>
        <a:lstStyle/>
        <a:p>
          <a:endParaRPr lang="en-US"/>
        </a:p>
      </dgm:t>
    </dgm:pt>
    <dgm:pt modelId="{9486FCBF-B11A-4727-B974-F971C8891A81}">
      <dgm:prSet/>
      <dgm:spPr/>
      <dgm:t>
        <a:bodyPr/>
        <a:lstStyle/>
        <a:p>
          <a:r>
            <a:rPr lang="en-US" b="0" dirty="0" smtClean="0"/>
            <a:t>Developed role-based portals (User/Admin)</a:t>
          </a:r>
          <a:endParaRPr lang="en-US" b="0" dirty="0"/>
        </a:p>
      </dgm:t>
    </dgm:pt>
    <dgm:pt modelId="{8B6C0FAA-D043-48DE-8159-30928139D216}" type="parTrans" cxnId="{B75B8739-CE8D-4C41-AB1B-C083353B0364}">
      <dgm:prSet/>
      <dgm:spPr/>
      <dgm:t>
        <a:bodyPr/>
        <a:lstStyle/>
        <a:p>
          <a:endParaRPr lang="en-US"/>
        </a:p>
      </dgm:t>
    </dgm:pt>
    <dgm:pt modelId="{60B05DB5-2431-495A-ABA3-60382724B3EC}" type="sibTrans" cxnId="{B75B8739-CE8D-4C41-AB1B-C083353B0364}">
      <dgm:prSet/>
      <dgm:spPr/>
      <dgm:t>
        <a:bodyPr/>
        <a:lstStyle/>
        <a:p>
          <a:endParaRPr lang="en-US"/>
        </a:p>
      </dgm:t>
    </dgm:pt>
    <dgm:pt modelId="{D1A48FE0-842E-4FF2-AD25-2BA3E8998CF2}">
      <dgm:prSet/>
      <dgm:spPr/>
      <dgm:t>
        <a:bodyPr/>
        <a:lstStyle/>
        <a:p>
          <a:r>
            <a:rPr lang="en-US" b="0" dirty="0" smtClean="0"/>
            <a:t>Implemented intent &amp; entity handling in </a:t>
          </a:r>
          <a:r>
            <a:rPr lang="en-US" b="0" dirty="0" err="1" smtClean="0"/>
            <a:t>Dialogflow</a:t>
          </a:r>
          <a:endParaRPr lang="en-US" b="0" dirty="0"/>
        </a:p>
      </dgm:t>
    </dgm:pt>
    <dgm:pt modelId="{AA8212CC-2F74-4474-A0BA-5C820B775886}" type="parTrans" cxnId="{FAD95834-E1DE-45EF-A5B2-9B5504640735}">
      <dgm:prSet/>
      <dgm:spPr/>
      <dgm:t>
        <a:bodyPr/>
        <a:lstStyle/>
        <a:p>
          <a:endParaRPr lang="en-US"/>
        </a:p>
      </dgm:t>
    </dgm:pt>
    <dgm:pt modelId="{4DF84BC8-9DB1-48EC-B4CE-C503E590872F}" type="sibTrans" cxnId="{FAD95834-E1DE-45EF-A5B2-9B5504640735}">
      <dgm:prSet/>
      <dgm:spPr/>
      <dgm:t>
        <a:bodyPr/>
        <a:lstStyle/>
        <a:p>
          <a:endParaRPr lang="en-US"/>
        </a:p>
      </dgm:t>
    </dgm:pt>
    <dgm:pt modelId="{8259715B-EE1C-4942-8A52-12C2D6CCDA39}">
      <dgm:prSet/>
      <dgm:spPr/>
      <dgm:t>
        <a:bodyPr/>
        <a:lstStyle/>
        <a:p>
          <a:r>
            <a:rPr lang="en-US" b="0" dirty="0" smtClean="0"/>
            <a:t>Created secure, modular database structures using MySQL</a:t>
          </a:r>
          <a:endParaRPr lang="en-US" b="0" dirty="0"/>
        </a:p>
      </dgm:t>
    </dgm:pt>
    <dgm:pt modelId="{8C7008F9-9562-4F1C-8CEC-FAE86D5E0282}" type="parTrans" cxnId="{D35F20A3-7887-481D-999F-B1F67C3BDEC6}">
      <dgm:prSet/>
      <dgm:spPr/>
      <dgm:t>
        <a:bodyPr/>
        <a:lstStyle/>
        <a:p>
          <a:endParaRPr lang="en-US"/>
        </a:p>
      </dgm:t>
    </dgm:pt>
    <dgm:pt modelId="{CCF5C85F-40F6-47A7-A5A9-8EFDFB5D1364}" type="sibTrans" cxnId="{D35F20A3-7887-481D-999F-B1F67C3BDEC6}">
      <dgm:prSet/>
      <dgm:spPr/>
      <dgm:t>
        <a:bodyPr/>
        <a:lstStyle/>
        <a:p>
          <a:endParaRPr lang="en-US"/>
        </a:p>
      </dgm:t>
    </dgm:pt>
    <dgm:pt modelId="{690E2F25-0EBE-455A-B288-B6C93FBB621D}">
      <dgm:prSet/>
      <dgm:spPr/>
      <dgm:t>
        <a:bodyPr/>
        <a:lstStyle/>
        <a:p>
          <a:r>
            <a:rPr lang="en-US" b="0" dirty="0" smtClean="0"/>
            <a:t>Strengthened project planning and time management</a:t>
          </a:r>
          <a:endParaRPr lang="en-US" b="0" dirty="0"/>
        </a:p>
      </dgm:t>
    </dgm:pt>
    <dgm:pt modelId="{EF320589-2EC9-4321-B447-29D8F762267A}" type="parTrans" cxnId="{71231F4A-3D9A-4BAD-B79C-8FA728BCC67F}">
      <dgm:prSet/>
      <dgm:spPr/>
    </dgm:pt>
    <dgm:pt modelId="{29C681DA-76F0-4A97-91C8-57EC9AEFB862}" type="sibTrans" cxnId="{71231F4A-3D9A-4BAD-B79C-8FA728BCC67F}">
      <dgm:prSet/>
      <dgm:spPr/>
    </dgm:pt>
    <dgm:pt modelId="{1C7C31B1-E969-4B73-B0D0-1E2B0566FB60}">
      <dgm:prSet/>
      <dgm:spPr/>
      <dgm:t>
        <a:bodyPr/>
        <a:lstStyle/>
        <a:p>
          <a:r>
            <a:rPr lang="en-US" b="0" dirty="0" smtClean="0"/>
            <a:t>Learned debugging and issue resolution in real apps</a:t>
          </a:r>
          <a:endParaRPr lang="en-US" b="0" dirty="0"/>
        </a:p>
      </dgm:t>
    </dgm:pt>
    <dgm:pt modelId="{2BB7002D-06B3-4B51-82CA-FE0D44F51676}" type="parTrans" cxnId="{617F3E8A-C20A-4467-88F4-26B52FB32675}">
      <dgm:prSet/>
      <dgm:spPr/>
      <dgm:t>
        <a:bodyPr/>
        <a:lstStyle/>
        <a:p>
          <a:endParaRPr lang="en-US"/>
        </a:p>
      </dgm:t>
    </dgm:pt>
    <dgm:pt modelId="{D75A0B63-B940-4538-A38F-0D8F72F2129D}" type="sibTrans" cxnId="{617F3E8A-C20A-4467-88F4-26B52FB32675}">
      <dgm:prSet/>
      <dgm:spPr/>
      <dgm:t>
        <a:bodyPr/>
        <a:lstStyle/>
        <a:p>
          <a:endParaRPr lang="en-US"/>
        </a:p>
      </dgm:t>
    </dgm:pt>
    <dgm:pt modelId="{56CB52D2-64BB-4630-A97D-CB99B11B4CF2}">
      <dgm:prSet/>
      <dgm:spPr/>
      <dgm:t>
        <a:bodyPr/>
        <a:lstStyle/>
        <a:p>
          <a:r>
            <a:rPr lang="en-US" b="0" dirty="0" smtClean="0"/>
            <a:t>Enhanced communication and documentation skills</a:t>
          </a:r>
          <a:endParaRPr lang="en-US" b="0" dirty="0"/>
        </a:p>
      </dgm:t>
    </dgm:pt>
    <dgm:pt modelId="{6C4259F5-ECE4-4552-ABFE-FAFC006D3A2B}" type="parTrans" cxnId="{DE02283B-DA29-47BD-AABE-2EA50AF76E04}">
      <dgm:prSet/>
      <dgm:spPr/>
      <dgm:t>
        <a:bodyPr/>
        <a:lstStyle/>
        <a:p>
          <a:endParaRPr lang="en-US"/>
        </a:p>
      </dgm:t>
    </dgm:pt>
    <dgm:pt modelId="{35287F2E-56D9-4365-B2CD-362C2B64E5F4}" type="sibTrans" cxnId="{DE02283B-DA29-47BD-AABE-2EA50AF76E04}">
      <dgm:prSet/>
      <dgm:spPr/>
      <dgm:t>
        <a:bodyPr/>
        <a:lstStyle/>
        <a:p>
          <a:endParaRPr lang="en-US"/>
        </a:p>
      </dgm:t>
    </dgm:pt>
    <dgm:pt modelId="{6CF18FC9-A843-434F-A354-5AC404DBE303}">
      <dgm:prSet/>
      <dgm:spPr/>
      <dgm:t>
        <a:bodyPr/>
        <a:lstStyle/>
        <a:p>
          <a:r>
            <a:rPr lang="en-US" b="0" dirty="0" smtClean="0"/>
            <a:t>Gained confidence in full-stack development</a:t>
          </a:r>
          <a:endParaRPr lang="en-US" b="0" dirty="0"/>
        </a:p>
      </dgm:t>
    </dgm:pt>
    <dgm:pt modelId="{D5593D24-4056-4417-8C82-983FD0F9EAD7}" type="parTrans" cxnId="{F88F56F4-82E9-4695-97E4-BCF466E6B03D}">
      <dgm:prSet/>
      <dgm:spPr/>
      <dgm:t>
        <a:bodyPr/>
        <a:lstStyle/>
        <a:p>
          <a:endParaRPr lang="en-US"/>
        </a:p>
      </dgm:t>
    </dgm:pt>
    <dgm:pt modelId="{CCE6974D-CCA7-4E5F-990C-00A1CA1D242A}" type="sibTrans" cxnId="{F88F56F4-82E9-4695-97E4-BCF466E6B03D}">
      <dgm:prSet/>
      <dgm:spPr/>
      <dgm:t>
        <a:bodyPr/>
        <a:lstStyle/>
        <a:p>
          <a:endParaRPr lang="en-US"/>
        </a:p>
      </dgm:t>
    </dgm:pt>
    <dgm:pt modelId="{C9033A6E-5ED8-4E3F-970C-4EB4435100B6}" type="pres">
      <dgm:prSet presAssocID="{6DE3B378-43F7-4659-9F26-28E2207188E6}" presName="Name0" presStyleCnt="0">
        <dgm:presLayoutVars>
          <dgm:dir/>
          <dgm:animLvl val="lvl"/>
          <dgm:resizeHandles val="exact"/>
        </dgm:presLayoutVars>
      </dgm:prSet>
      <dgm:spPr/>
    </dgm:pt>
    <dgm:pt modelId="{2AC06EA6-0353-4E69-A7F2-DD1A2C2CB674}" type="pres">
      <dgm:prSet presAssocID="{895FE540-6C5C-4CC5-B20A-DC5B1B4D25C8}" presName="composite" presStyleCnt="0"/>
      <dgm:spPr/>
    </dgm:pt>
    <dgm:pt modelId="{B1914C6F-A8D4-4449-BF51-C9185FC60B4F}" type="pres">
      <dgm:prSet presAssocID="{895FE540-6C5C-4CC5-B20A-DC5B1B4D25C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AE33F8F-FC1A-4870-A93E-EDC72127CD86}" type="pres">
      <dgm:prSet presAssocID="{895FE540-6C5C-4CC5-B20A-DC5B1B4D25C8}" presName="desTx" presStyleLbl="align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278D86C-56E2-48FE-81B7-9A9AA7049204}" type="pres">
      <dgm:prSet presAssocID="{C8FA895C-17F1-46E4-B0F7-49AA3CEF817F}" presName="space" presStyleCnt="0"/>
      <dgm:spPr/>
    </dgm:pt>
    <dgm:pt modelId="{93895B7E-4AA3-4152-AF13-D764F56A6727}" type="pres">
      <dgm:prSet presAssocID="{0E1206AA-8196-4C1D-95F2-058873D5E7F8}" presName="composite" presStyleCnt="0"/>
      <dgm:spPr/>
    </dgm:pt>
    <dgm:pt modelId="{8A67019D-92FD-4960-ADAB-E9D21DD1C4FD}" type="pres">
      <dgm:prSet presAssocID="{0E1206AA-8196-4C1D-95F2-058873D5E7F8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B721B51-C68C-484A-B5D6-CC34468B33E8}" type="pres">
      <dgm:prSet presAssocID="{0E1206AA-8196-4C1D-95F2-058873D5E7F8}" presName="desTx" presStyleLbl="align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1D8CAB66-29CA-44A7-BEB1-A8517C6836ED}" type="presOf" srcId="{D1A48FE0-842E-4FF2-AD25-2BA3E8998CF2}" destId="{4AE33F8F-FC1A-4870-A93E-EDC72127CD86}" srcOrd="0" destOrd="3" presId="urn:microsoft.com/office/officeart/2005/8/layout/hList1"/>
    <dgm:cxn modelId="{D56E528D-22C0-4706-810A-1077A2EEF616}" type="presOf" srcId="{8259715B-EE1C-4942-8A52-12C2D6CCDA39}" destId="{4AE33F8F-FC1A-4870-A93E-EDC72127CD86}" srcOrd="0" destOrd="4" presId="urn:microsoft.com/office/officeart/2005/8/layout/hList1"/>
    <dgm:cxn modelId="{617F3E8A-C20A-4467-88F4-26B52FB32675}" srcId="{0E1206AA-8196-4C1D-95F2-058873D5E7F8}" destId="{1C7C31B1-E969-4B73-B0D0-1E2B0566FB60}" srcOrd="1" destOrd="0" parTransId="{2BB7002D-06B3-4B51-82CA-FE0D44F51676}" sibTransId="{D75A0B63-B940-4538-A38F-0D8F72F2129D}"/>
    <dgm:cxn modelId="{0442FC94-D0BC-4878-A128-FC7D671A3D73}" srcId="{6DE3B378-43F7-4659-9F26-28E2207188E6}" destId="{895FE540-6C5C-4CC5-B20A-DC5B1B4D25C8}" srcOrd="0" destOrd="0" parTransId="{BCAA1FAD-710F-4FDC-BEE4-E7169D7D2ABE}" sibTransId="{C8FA895C-17F1-46E4-B0F7-49AA3CEF817F}"/>
    <dgm:cxn modelId="{BF9A8ACD-8FE1-46DB-BC14-12214A361863}" type="presOf" srcId="{6DE3B378-43F7-4659-9F26-28E2207188E6}" destId="{C9033A6E-5ED8-4E3F-970C-4EB4435100B6}" srcOrd="0" destOrd="0" presId="urn:microsoft.com/office/officeart/2005/8/layout/hList1"/>
    <dgm:cxn modelId="{D91C5801-E331-4C9B-87FC-211890C425D6}" type="presOf" srcId="{690E2F25-0EBE-455A-B288-B6C93FBB621D}" destId="{7B721B51-C68C-484A-B5D6-CC34468B33E8}" srcOrd="0" destOrd="0" presId="urn:microsoft.com/office/officeart/2005/8/layout/hList1"/>
    <dgm:cxn modelId="{324F1837-5868-43A8-BDFF-4FCA48C3C662}" type="presOf" srcId="{A48AFAE7-9BAC-46D1-9B92-ED17384D4D40}" destId="{4AE33F8F-FC1A-4870-A93E-EDC72127CD86}" srcOrd="0" destOrd="0" presId="urn:microsoft.com/office/officeart/2005/8/layout/hList1"/>
    <dgm:cxn modelId="{82DD57FE-4ECA-4FEB-B117-16CCC6CA48B7}" type="presOf" srcId="{56CB52D2-64BB-4630-A97D-CB99B11B4CF2}" destId="{7B721B51-C68C-484A-B5D6-CC34468B33E8}" srcOrd="0" destOrd="2" presId="urn:microsoft.com/office/officeart/2005/8/layout/hList1"/>
    <dgm:cxn modelId="{20101A2C-CA35-4692-A7B0-68F4A617A6DD}" srcId="{895FE540-6C5C-4CC5-B20A-DC5B1B4D25C8}" destId="{A48AFAE7-9BAC-46D1-9B92-ED17384D4D40}" srcOrd="0" destOrd="0" parTransId="{69A3646C-C6A1-44E2-88EE-37A0D0325280}" sibTransId="{4CC399E2-9389-4B75-AC84-A67DB27E6253}"/>
    <dgm:cxn modelId="{129B2F15-A1EE-401E-B512-7084B466DF06}" type="presOf" srcId="{0E1206AA-8196-4C1D-95F2-058873D5E7F8}" destId="{8A67019D-92FD-4960-ADAB-E9D21DD1C4FD}" srcOrd="0" destOrd="0" presId="urn:microsoft.com/office/officeart/2005/8/layout/hList1"/>
    <dgm:cxn modelId="{58B6F101-2C5A-4229-AA93-2BC591267AD9}" type="presOf" srcId="{1C7C31B1-E969-4B73-B0D0-1E2B0566FB60}" destId="{7B721B51-C68C-484A-B5D6-CC34468B33E8}" srcOrd="0" destOrd="1" presId="urn:microsoft.com/office/officeart/2005/8/layout/hList1"/>
    <dgm:cxn modelId="{DE02283B-DA29-47BD-AABE-2EA50AF76E04}" srcId="{0E1206AA-8196-4C1D-95F2-058873D5E7F8}" destId="{56CB52D2-64BB-4630-A97D-CB99B11B4CF2}" srcOrd="2" destOrd="0" parTransId="{6C4259F5-ECE4-4552-ABFE-FAFC006D3A2B}" sibTransId="{35287F2E-56D9-4365-B2CD-362C2B64E5F4}"/>
    <dgm:cxn modelId="{9E6BF60D-CA55-4FDA-81C7-B4CA7E1B0BAB}" type="presOf" srcId="{9486FCBF-B11A-4727-B974-F971C8891A81}" destId="{4AE33F8F-FC1A-4870-A93E-EDC72127CD86}" srcOrd="0" destOrd="2" presId="urn:microsoft.com/office/officeart/2005/8/layout/hList1"/>
    <dgm:cxn modelId="{B75B8739-CE8D-4C41-AB1B-C083353B0364}" srcId="{895FE540-6C5C-4CC5-B20A-DC5B1B4D25C8}" destId="{9486FCBF-B11A-4727-B974-F971C8891A81}" srcOrd="2" destOrd="0" parTransId="{8B6C0FAA-D043-48DE-8159-30928139D216}" sibTransId="{60B05DB5-2431-495A-ABA3-60382724B3EC}"/>
    <dgm:cxn modelId="{8B858EC4-D072-45E9-A48F-864F4BBFEA63}" type="presOf" srcId="{6CF18FC9-A843-434F-A354-5AC404DBE303}" destId="{7B721B51-C68C-484A-B5D6-CC34468B33E8}" srcOrd="0" destOrd="3" presId="urn:microsoft.com/office/officeart/2005/8/layout/hList1"/>
    <dgm:cxn modelId="{8C1EF359-07E2-4896-A5D4-CFC3804C3C86}" type="presOf" srcId="{677AA82D-9AB4-48BA-9131-392ACDA45768}" destId="{4AE33F8F-FC1A-4870-A93E-EDC72127CD86}" srcOrd="0" destOrd="1" presId="urn:microsoft.com/office/officeart/2005/8/layout/hList1"/>
    <dgm:cxn modelId="{71231F4A-3D9A-4BAD-B79C-8FA728BCC67F}" srcId="{0E1206AA-8196-4C1D-95F2-058873D5E7F8}" destId="{690E2F25-0EBE-455A-B288-B6C93FBB621D}" srcOrd="0" destOrd="0" parTransId="{EF320589-2EC9-4321-B447-29D8F762267A}" sibTransId="{29C681DA-76F0-4A97-91C8-57EC9AEFB862}"/>
    <dgm:cxn modelId="{0AB7FDBA-EE96-4560-B1EF-32799D7843D3}" srcId="{6DE3B378-43F7-4659-9F26-28E2207188E6}" destId="{0E1206AA-8196-4C1D-95F2-058873D5E7F8}" srcOrd="1" destOrd="0" parTransId="{19205C70-736E-4655-A6A2-A6CD69EE208F}" sibTransId="{8D6FA66A-11E5-4F77-BAEE-6307F2D59B64}"/>
    <dgm:cxn modelId="{CFDDFF6E-C036-4B89-9148-41466485E943}" srcId="{895FE540-6C5C-4CC5-B20A-DC5B1B4D25C8}" destId="{677AA82D-9AB4-48BA-9131-392ACDA45768}" srcOrd="1" destOrd="0" parTransId="{D46E6202-76E5-4731-A2F3-F6901D606D4E}" sibTransId="{80A4A687-17B2-4C9B-BCA1-B40748B59C49}"/>
    <dgm:cxn modelId="{FAD95834-E1DE-45EF-A5B2-9B5504640735}" srcId="{895FE540-6C5C-4CC5-B20A-DC5B1B4D25C8}" destId="{D1A48FE0-842E-4FF2-AD25-2BA3E8998CF2}" srcOrd="3" destOrd="0" parTransId="{AA8212CC-2F74-4474-A0BA-5C820B775886}" sibTransId="{4DF84BC8-9DB1-48EC-B4CE-C503E590872F}"/>
    <dgm:cxn modelId="{F88F56F4-82E9-4695-97E4-BCF466E6B03D}" srcId="{0E1206AA-8196-4C1D-95F2-058873D5E7F8}" destId="{6CF18FC9-A843-434F-A354-5AC404DBE303}" srcOrd="3" destOrd="0" parTransId="{D5593D24-4056-4417-8C82-983FD0F9EAD7}" sibTransId="{CCE6974D-CCA7-4E5F-990C-00A1CA1D242A}"/>
    <dgm:cxn modelId="{D35F20A3-7887-481D-999F-B1F67C3BDEC6}" srcId="{895FE540-6C5C-4CC5-B20A-DC5B1B4D25C8}" destId="{8259715B-EE1C-4942-8A52-12C2D6CCDA39}" srcOrd="4" destOrd="0" parTransId="{8C7008F9-9562-4F1C-8CEC-FAE86D5E0282}" sibTransId="{CCF5C85F-40F6-47A7-A5A9-8EFDFB5D1364}"/>
    <dgm:cxn modelId="{554DBDBE-D15A-4596-B74C-82B81BB56A8B}" type="presOf" srcId="{895FE540-6C5C-4CC5-B20A-DC5B1B4D25C8}" destId="{B1914C6F-A8D4-4449-BF51-C9185FC60B4F}" srcOrd="0" destOrd="0" presId="urn:microsoft.com/office/officeart/2005/8/layout/hList1"/>
    <dgm:cxn modelId="{5017A042-8F44-473A-9766-C66D870A108C}" type="presParOf" srcId="{C9033A6E-5ED8-4E3F-970C-4EB4435100B6}" destId="{2AC06EA6-0353-4E69-A7F2-DD1A2C2CB674}" srcOrd="0" destOrd="0" presId="urn:microsoft.com/office/officeart/2005/8/layout/hList1"/>
    <dgm:cxn modelId="{40C00355-3266-4F2E-8EDA-77EEA289C4FA}" type="presParOf" srcId="{2AC06EA6-0353-4E69-A7F2-DD1A2C2CB674}" destId="{B1914C6F-A8D4-4449-BF51-C9185FC60B4F}" srcOrd="0" destOrd="0" presId="urn:microsoft.com/office/officeart/2005/8/layout/hList1"/>
    <dgm:cxn modelId="{3E6DD23E-DC30-4278-9277-CFDCB1D9AE49}" type="presParOf" srcId="{2AC06EA6-0353-4E69-A7F2-DD1A2C2CB674}" destId="{4AE33F8F-FC1A-4870-A93E-EDC72127CD86}" srcOrd="1" destOrd="0" presId="urn:microsoft.com/office/officeart/2005/8/layout/hList1"/>
    <dgm:cxn modelId="{421F4999-A90F-44B1-8D0F-E14D916306A3}" type="presParOf" srcId="{C9033A6E-5ED8-4E3F-970C-4EB4435100B6}" destId="{6278D86C-56E2-48FE-81B7-9A9AA7049204}" srcOrd="1" destOrd="0" presId="urn:microsoft.com/office/officeart/2005/8/layout/hList1"/>
    <dgm:cxn modelId="{9414E4F5-B211-438A-8EC9-D55F9E371B42}" type="presParOf" srcId="{C9033A6E-5ED8-4E3F-970C-4EB4435100B6}" destId="{93895B7E-4AA3-4152-AF13-D764F56A6727}" srcOrd="2" destOrd="0" presId="urn:microsoft.com/office/officeart/2005/8/layout/hList1"/>
    <dgm:cxn modelId="{C7DCF88D-C336-4AC3-B7E5-54CCEC141810}" type="presParOf" srcId="{93895B7E-4AA3-4152-AF13-D764F56A6727}" destId="{8A67019D-92FD-4960-ADAB-E9D21DD1C4FD}" srcOrd="0" destOrd="0" presId="urn:microsoft.com/office/officeart/2005/8/layout/hList1"/>
    <dgm:cxn modelId="{0F4A53FF-4C56-443B-B5FB-69FA1409C606}" type="presParOf" srcId="{93895B7E-4AA3-4152-AF13-D764F56A6727}" destId="{7B721B51-C68C-484A-B5D6-CC34468B33E8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D8A4CD-9B08-4D89-B3D0-6B35DB8C6EC7}">
      <dsp:nvSpPr>
        <dsp:cNvPr id="0" name=""/>
        <dsp:cNvSpPr/>
      </dsp:nvSpPr>
      <dsp:spPr>
        <a:xfrm>
          <a:off x="0" y="312475"/>
          <a:ext cx="7886700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06A73FA-6F25-4D55-9925-2A067897F980}">
      <dsp:nvSpPr>
        <dsp:cNvPr id="0" name=""/>
        <dsp:cNvSpPr/>
      </dsp:nvSpPr>
      <dsp:spPr>
        <a:xfrm>
          <a:off x="394335" y="46795"/>
          <a:ext cx="5520690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smtClean="0"/>
            <a:t>Manual processes are slow &amp; repetitive</a:t>
          </a:r>
          <a:endParaRPr lang="en-US" sz="1800" kern="1200"/>
        </a:p>
      </dsp:txBody>
      <dsp:txXfrm>
        <a:off x="420274" y="72734"/>
        <a:ext cx="5468812" cy="479482"/>
      </dsp:txXfrm>
    </dsp:sp>
    <dsp:sp modelId="{AF437E1B-1DD8-42B2-A3A4-22816A0E70F9}">
      <dsp:nvSpPr>
        <dsp:cNvPr id="0" name=""/>
        <dsp:cNvSpPr/>
      </dsp:nvSpPr>
      <dsp:spPr>
        <a:xfrm>
          <a:off x="0" y="1128956"/>
          <a:ext cx="7886700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7EDD48-67DD-4BF8-917F-4E64BCA398F7}">
      <dsp:nvSpPr>
        <dsp:cNvPr id="0" name=""/>
        <dsp:cNvSpPr/>
      </dsp:nvSpPr>
      <dsp:spPr>
        <a:xfrm>
          <a:off x="394335" y="863276"/>
          <a:ext cx="5520690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Customers face delays in ordering/reserving</a:t>
          </a:r>
          <a:endParaRPr lang="en-US" sz="1800" kern="1200" dirty="0"/>
        </a:p>
      </dsp:txBody>
      <dsp:txXfrm>
        <a:off x="420274" y="889215"/>
        <a:ext cx="5468812" cy="479482"/>
      </dsp:txXfrm>
    </dsp:sp>
    <dsp:sp modelId="{A91FBE9E-8880-4CCA-ACCB-2728663FE953}">
      <dsp:nvSpPr>
        <dsp:cNvPr id="0" name=""/>
        <dsp:cNvSpPr/>
      </dsp:nvSpPr>
      <dsp:spPr>
        <a:xfrm>
          <a:off x="0" y="1945436"/>
          <a:ext cx="7886700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C8DB7D-A971-4A50-BBAC-527FFA7C6D30}">
      <dsp:nvSpPr>
        <dsp:cNvPr id="0" name=""/>
        <dsp:cNvSpPr/>
      </dsp:nvSpPr>
      <dsp:spPr>
        <a:xfrm>
          <a:off x="394335" y="1679756"/>
          <a:ext cx="5520690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Staff overwhelmed with frequent queries</a:t>
          </a:r>
          <a:endParaRPr lang="en-US" sz="1800" kern="1200" dirty="0"/>
        </a:p>
      </dsp:txBody>
      <dsp:txXfrm>
        <a:off x="420274" y="1705695"/>
        <a:ext cx="5468812" cy="479482"/>
      </dsp:txXfrm>
    </dsp:sp>
    <dsp:sp modelId="{ACD32D19-386D-4468-805B-A8D828D3A4A2}">
      <dsp:nvSpPr>
        <dsp:cNvPr id="0" name=""/>
        <dsp:cNvSpPr/>
      </dsp:nvSpPr>
      <dsp:spPr>
        <a:xfrm>
          <a:off x="0" y="2761916"/>
          <a:ext cx="7886700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1A0E0E-A21B-4416-8CC6-9CCB521BFE2E}">
      <dsp:nvSpPr>
        <dsp:cNvPr id="0" name=""/>
        <dsp:cNvSpPr/>
      </dsp:nvSpPr>
      <dsp:spPr>
        <a:xfrm>
          <a:off x="394335" y="2496236"/>
          <a:ext cx="5520690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smtClean="0"/>
            <a:t>Solution: Smart, automated, real-time chatbot</a:t>
          </a:r>
          <a:endParaRPr lang="en-US" sz="1800" kern="1200" dirty="0"/>
        </a:p>
      </dsp:txBody>
      <dsp:txXfrm>
        <a:off x="420274" y="2522175"/>
        <a:ext cx="5468812" cy="47948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6296B9-CD60-42B5-B494-33580270E737}">
      <dsp:nvSpPr>
        <dsp:cNvPr id="0" name=""/>
        <dsp:cNvSpPr/>
      </dsp:nvSpPr>
      <dsp:spPr>
        <a:xfrm>
          <a:off x="3850" y="660051"/>
          <a:ext cx="1832271" cy="1262435"/>
        </a:xfrm>
        <a:prstGeom prst="roundRect">
          <a:avLst/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710FD4-2913-4E1D-8F31-0BA22C5C9250}">
      <dsp:nvSpPr>
        <dsp:cNvPr id="0" name=""/>
        <dsp:cNvSpPr/>
      </dsp:nvSpPr>
      <dsp:spPr>
        <a:xfrm>
          <a:off x="3850" y="1922487"/>
          <a:ext cx="1832271" cy="6797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0" numCol="1" spcCol="1270" anchor="t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300" kern="1200" dirty="0" smtClean="0"/>
            <a:t>Automate common restaurant tasks</a:t>
          </a:r>
          <a:endParaRPr lang="en-US" sz="1300" kern="1200" dirty="0"/>
        </a:p>
      </dsp:txBody>
      <dsp:txXfrm>
        <a:off x="3850" y="1922487"/>
        <a:ext cx="1832271" cy="679772"/>
      </dsp:txXfrm>
    </dsp:sp>
    <dsp:sp modelId="{0430D23A-F4DD-4AE5-BA69-310193FD020E}">
      <dsp:nvSpPr>
        <dsp:cNvPr id="0" name=""/>
        <dsp:cNvSpPr/>
      </dsp:nvSpPr>
      <dsp:spPr>
        <a:xfrm>
          <a:off x="2019426" y="660051"/>
          <a:ext cx="1832271" cy="1262435"/>
        </a:xfrm>
        <a:prstGeom prst="roundRect">
          <a:avLst/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3000" b="-23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091736-7E71-498D-84AC-DC7C44D648F4}">
      <dsp:nvSpPr>
        <dsp:cNvPr id="0" name=""/>
        <dsp:cNvSpPr/>
      </dsp:nvSpPr>
      <dsp:spPr>
        <a:xfrm>
          <a:off x="2019426" y="1922487"/>
          <a:ext cx="1832271" cy="6797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0" numCol="1" spcCol="1270" anchor="t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300" kern="1200" dirty="0" smtClean="0"/>
            <a:t>Improve customer experience using NLP</a:t>
          </a:r>
          <a:endParaRPr lang="en-US" sz="1300" kern="1200" dirty="0"/>
        </a:p>
      </dsp:txBody>
      <dsp:txXfrm>
        <a:off x="2019426" y="1922487"/>
        <a:ext cx="1832271" cy="679772"/>
      </dsp:txXfrm>
    </dsp:sp>
    <dsp:sp modelId="{D52DC613-18D5-46F3-81AD-F43CAB3A2BE2}">
      <dsp:nvSpPr>
        <dsp:cNvPr id="0" name=""/>
        <dsp:cNvSpPr/>
      </dsp:nvSpPr>
      <dsp:spPr>
        <a:xfrm>
          <a:off x="4035002" y="660051"/>
          <a:ext cx="1832271" cy="1262435"/>
        </a:xfrm>
        <a:prstGeom prst="round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3000" b="-23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8F1179-13F6-4A40-876B-817F5BFDC6D2}">
      <dsp:nvSpPr>
        <dsp:cNvPr id="0" name=""/>
        <dsp:cNvSpPr/>
      </dsp:nvSpPr>
      <dsp:spPr>
        <a:xfrm>
          <a:off x="4035002" y="1922487"/>
          <a:ext cx="1832271" cy="6797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0" numCol="1" spcCol="1270" anchor="t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300" kern="1200" dirty="0" smtClean="0"/>
            <a:t>Provide admin control over menu/orders</a:t>
          </a:r>
          <a:endParaRPr lang="en-US" sz="1300" kern="1200" dirty="0"/>
        </a:p>
      </dsp:txBody>
      <dsp:txXfrm>
        <a:off x="4035002" y="1922487"/>
        <a:ext cx="1832271" cy="679772"/>
      </dsp:txXfrm>
    </dsp:sp>
    <dsp:sp modelId="{EBACEB49-1460-4FC8-8AED-AE5E713D2571}">
      <dsp:nvSpPr>
        <dsp:cNvPr id="0" name=""/>
        <dsp:cNvSpPr/>
      </dsp:nvSpPr>
      <dsp:spPr>
        <a:xfrm>
          <a:off x="6050577" y="660051"/>
          <a:ext cx="1832271" cy="1262435"/>
        </a:xfrm>
        <a:prstGeom prst="roundRect">
          <a:avLst/>
        </a:prstGeom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3000" b="-23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CF6511-35E3-4338-8DBA-DE858BBD9411}">
      <dsp:nvSpPr>
        <dsp:cNvPr id="0" name=""/>
        <dsp:cNvSpPr/>
      </dsp:nvSpPr>
      <dsp:spPr>
        <a:xfrm>
          <a:off x="6050577" y="1922487"/>
          <a:ext cx="1832271" cy="6797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0" numCol="1" spcCol="1270" anchor="t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300" kern="1200" dirty="0" smtClean="0"/>
            <a:t>Real-time sync between </a:t>
          </a:r>
          <a:r>
            <a:rPr lang="en-US" sz="1300" kern="1200" dirty="0" err="1" smtClean="0"/>
            <a:t>chatbot</a:t>
          </a:r>
          <a:r>
            <a:rPr lang="en-US" sz="1300" kern="1200" dirty="0" smtClean="0"/>
            <a:t> and backend</a:t>
          </a:r>
          <a:endParaRPr lang="en-US" sz="1300" kern="1200" dirty="0"/>
        </a:p>
      </dsp:txBody>
      <dsp:txXfrm>
        <a:off x="6050577" y="1922487"/>
        <a:ext cx="1832271" cy="67977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514C01-B172-4CE5-8889-514E1331FE21}">
      <dsp:nvSpPr>
        <dsp:cNvPr id="0" name=""/>
        <dsp:cNvSpPr/>
      </dsp:nvSpPr>
      <dsp:spPr>
        <a:xfrm>
          <a:off x="38" y="2921"/>
          <a:ext cx="3685337" cy="6048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lvl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100" b="1" kern="1200" dirty="0" smtClean="0"/>
            <a:t>Included</a:t>
          </a:r>
          <a:endParaRPr lang="en-US" sz="2100" kern="1200" dirty="0"/>
        </a:p>
      </dsp:txBody>
      <dsp:txXfrm>
        <a:off x="38" y="2921"/>
        <a:ext cx="3685337" cy="604800"/>
      </dsp:txXfrm>
    </dsp:sp>
    <dsp:sp modelId="{3AC56D8E-F4D7-40EE-9AB9-F97CDC4D5298}">
      <dsp:nvSpPr>
        <dsp:cNvPr id="0" name=""/>
        <dsp:cNvSpPr/>
      </dsp:nvSpPr>
      <dsp:spPr>
        <a:xfrm>
          <a:off x="38" y="607721"/>
          <a:ext cx="3685337" cy="265167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100" kern="1200" dirty="0" smtClean="0"/>
            <a:t>Ordering</a:t>
          </a: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100" kern="1200" dirty="0" smtClean="0"/>
            <a:t>Reservations</a:t>
          </a: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100" kern="1200" dirty="0" smtClean="0"/>
            <a:t>Menu</a:t>
          </a: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100" kern="1200" dirty="0" smtClean="0"/>
            <a:t>Browsing</a:t>
          </a: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100" kern="1200" dirty="0" smtClean="0"/>
            <a:t>Order Tracking</a:t>
          </a: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100" kern="1200" dirty="0" smtClean="0"/>
            <a:t> FAQs</a:t>
          </a: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100" kern="1200" dirty="0" smtClean="0"/>
            <a:t>Admin/User Portals</a:t>
          </a:r>
          <a:endParaRPr lang="en-US" sz="2100" kern="1200" dirty="0"/>
        </a:p>
      </dsp:txBody>
      <dsp:txXfrm>
        <a:off x="38" y="607721"/>
        <a:ext cx="3685337" cy="2651670"/>
      </dsp:txXfrm>
    </dsp:sp>
    <dsp:sp modelId="{F671BED4-9EDA-4ADA-B1D7-9E94BDF0D17A}">
      <dsp:nvSpPr>
        <dsp:cNvPr id="0" name=""/>
        <dsp:cNvSpPr/>
      </dsp:nvSpPr>
      <dsp:spPr>
        <a:xfrm>
          <a:off x="4201323" y="2921"/>
          <a:ext cx="3685337" cy="6048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lvl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100" kern="1200" dirty="0" smtClean="0"/>
            <a:t>Excluded</a:t>
          </a:r>
          <a:endParaRPr lang="en-US" sz="2100" kern="1200" dirty="0"/>
        </a:p>
      </dsp:txBody>
      <dsp:txXfrm>
        <a:off x="4201323" y="2921"/>
        <a:ext cx="3685337" cy="604800"/>
      </dsp:txXfrm>
    </dsp:sp>
    <dsp:sp modelId="{68EAEF11-826D-4AB2-8B34-FF2F11A696D6}">
      <dsp:nvSpPr>
        <dsp:cNvPr id="0" name=""/>
        <dsp:cNvSpPr/>
      </dsp:nvSpPr>
      <dsp:spPr>
        <a:xfrm>
          <a:off x="4201323" y="607721"/>
          <a:ext cx="3685337" cy="265167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100" kern="1200" dirty="0" smtClean="0"/>
            <a:t>Online Payments</a:t>
          </a: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100" kern="1200" dirty="0" smtClean="0"/>
            <a:t> Loyalty Programs</a:t>
          </a: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100" kern="1200" dirty="0" smtClean="0"/>
            <a:t> 3rd-party POS</a:t>
          </a: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100" kern="1200" dirty="0" smtClean="0"/>
            <a:t>Support System</a:t>
          </a:r>
          <a:endParaRPr lang="en-US" sz="2100" kern="1200" dirty="0"/>
        </a:p>
      </dsp:txBody>
      <dsp:txXfrm>
        <a:off x="4201323" y="607721"/>
        <a:ext cx="3685337" cy="265167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179B05-94A6-42D8-BEE1-A9DE889173B1}">
      <dsp:nvSpPr>
        <dsp:cNvPr id="0" name=""/>
        <dsp:cNvSpPr/>
      </dsp:nvSpPr>
      <dsp:spPr>
        <a:xfrm rot="16200000">
          <a:off x="1055032" y="-1055032"/>
          <a:ext cx="1911971" cy="4022035"/>
        </a:xfrm>
        <a:prstGeom prst="round1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0472" tIns="220472" rIns="220472" bIns="220472" numCol="1" spcCol="1270" anchor="ctr" anchorCtr="0">
          <a:noAutofit/>
        </a:bodyPr>
        <a:lstStyle/>
        <a:p>
          <a:pPr lvl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100" kern="1200" dirty="0" smtClean="0"/>
            <a:t>Admin/user roles with separate dashboards</a:t>
          </a:r>
          <a:endParaRPr lang="en-US" sz="3100" kern="1200" dirty="0"/>
        </a:p>
      </dsp:txBody>
      <dsp:txXfrm rot="5400000">
        <a:off x="0" y="0"/>
        <a:ext cx="4022035" cy="1433978"/>
      </dsp:txXfrm>
    </dsp:sp>
    <dsp:sp modelId="{562BEF6C-47E7-4088-B9F3-3E41C6EC0FAE}">
      <dsp:nvSpPr>
        <dsp:cNvPr id="0" name=""/>
        <dsp:cNvSpPr/>
      </dsp:nvSpPr>
      <dsp:spPr>
        <a:xfrm>
          <a:off x="4022035" y="0"/>
          <a:ext cx="4022035" cy="1911971"/>
        </a:xfrm>
        <a:prstGeom prst="round1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0472" tIns="220472" rIns="220472" bIns="220472" numCol="1" spcCol="1270" anchor="ctr" anchorCtr="0">
          <a:noAutofit/>
        </a:bodyPr>
        <a:lstStyle/>
        <a:p>
          <a:pPr lvl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100" kern="1200" dirty="0" err="1" smtClean="0"/>
            <a:t>Chatbot</a:t>
          </a:r>
          <a:r>
            <a:rPr lang="en-US" sz="3100" kern="1200" dirty="0" smtClean="0"/>
            <a:t> interaction via </a:t>
          </a:r>
          <a:r>
            <a:rPr lang="en-US" sz="3100" kern="1200" dirty="0" err="1" smtClean="0"/>
            <a:t>Dialogflow</a:t>
          </a:r>
          <a:endParaRPr lang="en-US" sz="3100" kern="1200" dirty="0"/>
        </a:p>
      </dsp:txBody>
      <dsp:txXfrm>
        <a:off x="4022035" y="0"/>
        <a:ext cx="4022035" cy="1433978"/>
      </dsp:txXfrm>
    </dsp:sp>
    <dsp:sp modelId="{EB1D53CF-5EBC-4C00-9023-CDCD465AC9C4}">
      <dsp:nvSpPr>
        <dsp:cNvPr id="0" name=""/>
        <dsp:cNvSpPr/>
      </dsp:nvSpPr>
      <dsp:spPr>
        <a:xfrm rot="10800000">
          <a:off x="0" y="1911971"/>
          <a:ext cx="4022035" cy="1911971"/>
        </a:xfrm>
        <a:prstGeom prst="round1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0472" tIns="220472" rIns="220472" bIns="220472" numCol="1" spcCol="1270" anchor="ctr" anchorCtr="0">
          <a:noAutofit/>
        </a:bodyPr>
        <a:lstStyle/>
        <a:p>
          <a:pPr lvl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100" kern="1200" smtClean="0"/>
            <a:t>Order/reservation management</a:t>
          </a:r>
          <a:endParaRPr lang="en-US" sz="3100" kern="1200"/>
        </a:p>
      </dsp:txBody>
      <dsp:txXfrm rot="10800000">
        <a:off x="0" y="2389963"/>
        <a:ext cx="4022035" cy="1433978"/>
      </dsp:txXfrm>
    </dsp:sp>
    <dsp:sp modelId="{78535A31-48A9-44FC-9EA6-788B8EABA2C9}">
      <dsp:nvSpPr>
        <dsp:cNvPr id="0" name=""/>
        <dsp:cNvSpPr/>
      </dsp:nvSpPr>
      <dsp:spPr>
        <a:xfrm rot="5400000">
          <a:off x="5077067" y="856939"/>
          <a:ext cx="1911971" cy="4022035"/>
        </a:xfrm>
        <a:prstGeom prst="round1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0472" tIns="220472" rIns="220472" bIns="220472" numCol="1" spcCol="1270" anchor="ctr" anchorCtr="0">
          <a:noAutofit/>
        </a:bodyPr>
        <a:lstStyle/>
        <a:p>
          <a:pPr lvl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100" kern="1200" smtClean="0"/>
            <a:t>Real-time API integration</a:t>
          </a:r>
          <a:endParaRPr lang="en-US" sz="3100" kern="1200"/>
        </a:p>
      </dsp:txBody>
      <dsp:txXfrm rot="-5400000">
        <a:off x="4022035" y="2389963"/>
        <a:ext cx="4022035" cy="1433978"/>
      </dsp:txXfrm>
    </dsp:sp>
    <dsp:sp modelId="{FA5C95D5-E34F-4613-9966-3308574DBEA6}">
      <dsp:nvSpPr>
        <dsp:cNvPr id="0" name=""/>
        <dsp:cNvSpPr/>
      </dsp:nvSpPr>
      <dsp:spPr>
        <a:xfrm>
          <a:off x="2815424" y="1433978"/>
          <a:ext cx="2413221" cy="955985"/>
        </a:xfrm>
        <a:prstGeom prst="roundRect">
          <a:avLst/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lvl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100" kern="1200" dirty="0" smtClean="0"/>
            <a:t>Key Features</a:t>
          </a:r>
          <a:endParaRPr lang="en-US" sz="3100" kern="1200" dirty="0"/>
        </a:p>
      </dsp:txBody>
      <dsp:txXfrm>
        <a:off x="2862091" y="1480645"/>
        <a:ext cx="2319887" cy="86265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8DCEAB-D310-4460-B8FF-270A9E4BA1DD}">
      <dsp:nvSpPr>
        <dsp:cNvPr id="0" name=""/>
        <dsp:cNvSpPr/>
      </dsp:nvSpPr>
      <dsp:spPr>
        <a:xfrm>
          <a:off x="0" y="398859"/>
          <a:ext cx="2464593" cy="1971674"/>
        </a:xfrm>
        <a:prstGeom prst="rect">
          <a:avLst/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FFED8C-55FC-401B-A8FC-B412E89A6370}">
      <dsp:nvSpPr>
        <dsp:cNvPr id="0" name=""/>
        <dsp:cNvSpPr/>
      </dsp:nvSpPr>
      <dsp:spPr>
        <a:xfrm>
          <a:off x="221813" y="2173366"/>
          <a:ext cx="2193488" cy="690086"/>
        </a:xfrm>
        <a:prstGeom prst="wedgeRectCallout">
          <a:avLst>
            <a:gd name="adj1" fmla="val 20250"/>
            <a:gd name="adj2" fmla="val -607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900" kern="1200" dirty="0" smtClean="0"/>
            <a:t>User Portal</a:t>
          </a:r>
          <a:endParaRPr lang="en-US" sz="2900" kern="1200" dirty="0"/>
        </a:p>
      </dsp:txBody>
      <dsp:txXfrm>
        <a:off x="221813" y="2173366"/>
        <a:ext cx="2193488" cy="690086"/>
      </dsp:txXfrm>
    </dsp:sp>
    <dsp:sp modelId="{B40913BA-5405-4327-BB93-A9F27FFF63F5}">
      <dsp:nvSpPr>
        <dsp:cNvPr id="0" name=""/>
        <dsp:cNvSpPr/>
      </dsp:nvSpPr>
      <dsp:spPr>
        <a:xfrm>
          <a:off x="2711053" y="398859"/>
          <a:ext cx="2464593" cy="1971674"/>
        </a:xfrm>
        <a:prstGeom prst="rect">
          <a:avLst/>
        </a:prstGeom>
        <a:blipFill rotWithShape="1">
          <a:blip xmlns:r="http://schemas.openxmlformats.org/officeDocument/2006/relationships" r:embed="rId2"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7B9B22E-5F87-49F3-B0E4-7087A57E7E78}">
      <dsp:nvSpPr>
        <dsp:cNvPr id="0" name=""/>
        <dsp:cNvSpPr/>
      </dsp:nvSpPr>
      <dsp:spPr>
        <a:xfrm>
          <a:off x="2932866" y="2173366"/>
          <a:ext cx="2193488" cy="690086"/>
        </a:xfrm>
        <a:prstGeom prst="wedgeRectCallout">
          <a:avLst>
            <a:gd name="adj1" fmla="val 20250"/>
            <a:gd name="adj2" fmla="val -607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900" kern="1200" dirty="0" smtClean="0"/>
            <a:t>Admin Portal</a:t>
          </a:r>
          <a:endParaRPr lang="en-US" sz="2900" kern="1200" dirty="0"/>
        </a:p>
      </dsp:txBody>
      <dsp:txXfrm>
        <a:off x="2932866" y="2173366"/>
        <a:ext cx="2193488" cy="690086"/>
      </dsp:txXfrm>
    </dsp:sp>
    <dsp:sp modelId="{6C33749D-85D3-4516-B632-162C8455167D}">
      <dsp:nvSpPr>
        <dsp:cNvPr id="0" name=""/>
        <dsp:cNvSpPr/>
      </dsp:nvSpPr>
      <dsp:spPr>
        <a:xfrm>
          <a:off x="5422106" y="398859"/>
          <a:ext cx="2464593" cy="1971674"/>
        </a:xfrm>
        <a:prstGeom prst="rect">
          <a:avLst/>
        </a:prstGeom>
        <a:blipFill rotWithShape="1">
          <a:blip xmlns:r="http://schemas.openxmlformats.org/officeDocument/2006/relationships" r:embed="rId3"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752DC5-4198-4A16-AA46-CF1F958F654C}">
      <dsp:nvSpPr>
        <dsp:cNvPr id="0" name=""/>
        <dsp:cNvSpPr/>
      </dsp:nvSpPr>
      <dsp:spPr>
        <a:xfrm>
          <a:off x="5643919" y="2173366"/>
          <a:ext cx="2193488" cy="690086"/>
        </a:xfrm>
        <a:prstGeom prst="wedgeRectCallout">
          <a:avLst>
            <a:gd name="adj1" fmla="val 20250"/>
            <a:gd name="adj2" fmla="val -607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900" kern="1200" dirty="0" err="1" smtClean="0"/>
            <a:t>Chatbot</a:t>
          </a:r>
          <a:endParaRPr lang="en-US" sz="2900" kern="1200" dirty="0"/>
        </a:p>
      </dsp:txBody>
      <dsp:txXfrm>
        <a:off x="5643919" y="2173366"/>
        <a:ext cx="2193488" cy="69008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914C6F-A8D4-4449-BF51-C9185FC60B4F}">
      <dsp:nvSpPr>
        <dsp:cNvPr id="0" name=""/>
        <dsp:cNvSpPr/>
      </dsp:nvSpPr>
      <dsp:spPr>
        <a:xfrm>
          <a:off x="38" y="126401"/>
          <a:ext cx="3685337" cy="489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Technical Learnings</a:t>
          </a:r>
          <a:endParaRPr lang="en-US" sz="1700" kern="1200" dirty="0"/>
        </a:p>
      </dsp:txBody>
      <dsp:txXfrm>
        <a:off x="38" y="126401"/>
        <a:ext cx="3685337" cy="489600"/>
      </dsp:txXfrm>
    </dsp:sp>
    <dsp:sp modelId="{4AE33F8F-FC1A-4870-A93E-EDC72127CD86}">
      <dsp:nvSpPr>
        <dsp:cNvPr id="0" name=""/>
        <dsp:cNvSpPr/>
      </dsp:nvSpPr>
      <dsp:spPr>
        <a:xfrm>
          <a:off x="38" y="616001"/>
          <a:ext cx="3685337" cy="251991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700" b="0" kern="1200" dirty="0" smtClean="0"/>
            <a:t>Integrated </a:t>
          </a:r>
          <a:r>
            <a:rPr lang="en-US" sz="1700" b="0" kern="1200" dirty="0" err="1" smtClean="0"/>
            <a:t>Dialogflow</a:t>
          </a:r>
          <a:r>
            <a:rPr lang="en-US" sz="1700" b="0" kern="1200" dirty="0" smtClean="0"/>
            <a:t> NLP with </a:t>
          </a:r>
          <a:r>
            <a:rPr lang="en-US" sz="1700" b="0" kern="1200" dirty="0" err="1" smtClean="0"/>
            <a:t>Laravel</a:t>
          </a:r>
          <a:r>
            <a:rPr lang="en-US" sz="1700" b="0" kern="1200" dirty="0" smtClean="0"/>
            <a:t> backend</a:t>
          </a:r>
          <a:endParaRPr lang="en-US" sz="1700" b="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700" b="0" kern="1200" dirty="0" smtClean="0"/>
            <a:t>Designed and consumed RESTful APIs</a:t>
          </a:r>
          <a:endParaRPr lang="en-US" sz="1700" b="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700" b="0" kern="1200" dirty="0" smtClean="0"/>
            <a:t>Developed role-based portals (User/Admin)</a:t>
          </a:r>
          <a:endParaRPr lang="en-US" sz="1700" b="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700" b="0" kern="1200" dirty="0" smtClean="0"/>
            <a:t>Implemented intent &amp; entity handling in </a:t>
          </a:r>
          <a:r>
            <a:rPr lang="en-US" sz="1700" b="0" kern="1200" dirty="0" err="1" smtClean="0"/>
            <a:t>Dialogflow</a:t>
          </a:r>
          <a:endParaRPr lang="en-US" sz="1700" b="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700" b="0" kern="1200" dirty="0" smtClean="0"/>
            <a:t>Created secure, modular database structures using MySQL</a:t>
          </a:r>
          <a:endParaRPr lang="en-US" sz="1700" b="0" kern="1200" dirty="0"/>
        </a:p>
      </dsp:txBody>
      <dsp:txXfrm>
        <a:off x="38" y="616001"/>
        <a:ext cx="3685337" cy="2519910"/>
      </dsp:txXfrm>
    </dsp:sp>
    <dsp:sp modelId="{8A67019D-92FD-4960-ADAB-E9D21DD1C4FD}">
      <dsp:nvSpPr>
        <dsp:cNvPr id="0" name=""/>
        <dsp:cNvSpPr/>
      </dsp:nvSpPr>
      <dsp:spPr>
        <a:xfrm>
          <a:off x="4201323" y="126401"/>
          <a:ext cx="3685337" cy="489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Personal Growth</a:t>
          </a:r>
          <a:endParaRPr lang="en-US" sz="1700" kern="1200" dirty="0"/>
        </a:p>
      </dsp:txBody>
      <dsp:txXfrm>
        <a:off x="4201323" y="126401"/>
        <a:ext cx="3685337" cy="489600"/>
      </dsp:txXfrm>
    </dsp:sp>
    <dsp:sp modelId="{7B721B51-C68C-484A-B5D6-CC34468B33E8}">
      <dsp:nvSpPr>
        <dsp:cNvPr id="0" name=""/>
        <dsp:cNvSpPr/>
      </dsp:nvSpPr>
      <dsp:spPr>
        <a:xfrm>
          <a:off x="4201323" y="616001"/>
          <a:ext cx="3685337" cy="251991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700" b="0" kern="1200" dirty="0" smtClean="0"/>
            <a:t>Strengthened project planning and time management</a:t>
          </a:r>
          <a:endParaRPr lang="en-US" sz="1700" b="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700" b="0" kern="1200" dirty="0" smtClean="0"/>
            <a:t>Learned debugging and issue resolution in real apps</a:t>
          </a:r>
          <a:endParaRPr lang="en-US" sz="1700" b="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700" b="0" kern="1200" dirty="0" smtClean="0"/>
            <a:t>Enhanced communication and documentation skills</a:t>
          </a:r>
          <a:endParaRPr lang="en-US" sz="1700" b="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700" b="0" kern="1200" dirty="0" smtClean="0"/>
            <a:t>Gained confidence in full-stack development</a:t>
          </a:r>
          <a:endParaRPr lang="en-US" sz="1700" b="0" kern="1200" dirty="0"/>
        </a:p>
      </dsp:txBody>
      <dsp:txXfrm>
        <a:off x="4201323" y="616001"/>
        <a:ext cx="3685337" cy="25199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List1">
  <dgm:title val=""/>
  <dgm:desc val=""/>
  <dgm:catLst>
    <dgm:cat type="list" pri="2000"/>
    <dgm:cat type="picture" pri="2500"/>
    <dgm:cat type="pictureconvert" pri="2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 useDef="1">
    <dgm:dataModel>
      <dgm:ptLst/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3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1"/>
      <dgm:constr type="sp" refType="w" refFor="ch" refForName="compNode" op="equ" fact="0.1"/>
      <dgm:constr type="primFontSz" for="des" ptType="node" op="equ" val="65"/>
    </dgm:constrLst>
    <dgm:ruleLst/>
    <dgm:forEach name="Name4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 axis="self"/>
        <dgm:constrLst>
          <dgm:constr type="h" refType="w" fact="1.06"/>
          <dgm:constr type="h" for="ch" forName="pictRect" refType="h" fact="0.65"/>
          <dgm:constr type="w" for="ch" forName="pictRect" refType="w"/>
          <dgm:constr type="l" for="ch" forName="pictRect"/>
          <dgm:constr type="t" for="ch" forName="pictRect"/>
          <dgm:constr type="w" for="ch" forName="textRect" refType="w"/>
          <dgm:constr type="h" for="ch" forName="textRect" refType="h" fact="0.35"/>
          <dgm:constr type="l" for="ch" forName="textRect"/>
          <dgm:constr type="t" for="ch" forName="textRect" refType="b" refFor="ch" refForName="pictRect"/>
        </dgm:constrLst>
        <dgm:ruleLst/>
        <dgm:layoutNode name="pictRect">
          <dgm:alg type="sp"/>
          <dgm:shape xmlns:r="http://schemas.openxmlformats.org/officeDocument/2006/relationships" type="roundRect" r:blip="" blipPhldr="1">
            <dgm:adjLst/>
          </dgm:shape>
          <dgm:presOf/>
          <dgm:constrLst/>
          <dgm:ruleLst/>
        </dgm:layoutNode>
        <dgm:layoutNode name="textRect" styleLbl="revTx">
          <dgm:varLst>
            <dgm:bulletEnabled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bMarg"/>
          </dgm:constrLst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matrix1">
  <dgm:title val=""/>
  <dgm:desc val=""/>
  <dgm:catLst>
    <dgm:cat type="matrix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clrData>
  <dgm:layoutNode name="diagram">
    <dgm:varLst>
      <dgm:chMax val="1"/>
      <dgm:dir/>
      <dgm:animLvl val="ctr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ctrX" for="ch" forName="matrix" refType="w" fact="0.5"/>
      <dgm:constr type="ctrY" for="ch" forName="matrix" refType="h" fact="0.5"/>
      <dgm:constr type="w" for="ch" forName="matrix" refType="w"/>
      <dgm:constr type="h" for="ch" forName="matrix" refType="h"/>
      <dgm:constr type="ctrX" for="ch" forName="centerTile" refType="w" fact="0.5"/>
      <dgm:constr type="ctrY" for="ch" forName="centerTile" refType="h" fact="0.5"/>
      <dgm:constr type="w" for="ch" forName="centerTile" refType="w" fact="0.3"/>
      <dgm:constr type="h" for="ch" forName="centerTile" refType="h" fact="0.25"/>
      <dgm:constr type="primFontSz" for="des" ptType="node" op="equ" val="65"/>
    </dgm:constrLst>
    <dgm:ruleLst/>
    <dgm:choose name="Name0">
      <dgm:if name="Name1" axis="ch" ptType="node" func="cnt" op="gte" val="1">
        <dgm:layoutNode name="matrix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tile1"/>
            <dgm:constr type="t" for="ch" forName="tile1"/>
            <dgm:constr type="r" for="ch" forName="tile1" refType="w" fact="0.5"/>
            <dgm:constr type="b" for="ch" forName="tile1" refType="h" fact="0.5"/>
            <dgm:constr type="l" for="ch" forName="tile1text" refType="l" refFor="ch" refForName="tile1"/>
            <dgm:constr type="t" for="ch" forName="tile1text" refType="t" refFor="ch" refForName="tile1"/>
            <dgm:constr type="w" for="ch" forName="tile1text" refType="w" refFor="ch" refForName="tile1"/>
            <dgm:constr type="h" for="ch" forName="tile1text" refType="h" refFor="ch" refForName="tile1" fact="0.75"/>
            <dgm:constr type="r" for="ch" forName="tile2" refType="w"/>
            <dgm:constr type="t" for="ch" forName="tile2"/>
            <dgm:constr type="l" for="ch" forName="tile2" refType="w" fact="0.5"/>
            <dgm:constr type="b" for="ch" forName="tile2" refType="h" fact="0.5"/>
            <dgm:constr type="r" for="ch" forName="tile2text" refType="r" refFor="ch" refForName="tile2"/>
            <dgm:constr type="t" for="ch" forName="tile2text" refType="t" refFor="ch" refForName="tile2"/>
            <dgm:constr type="w" for="ch" forName="tile2text" refType="w" refFor="ch" refForName="tile2"/>
            <dgm:constr type="h" for="ch" forName="tile2text" refType="h" refFor="ch" refForName="tile2" fact="0.75"/>
            <dgm:constr type="l" for="ch" forName="tile3"/>
            <dgm:constr type="b" for="ch" forName="tile3" refType="h"/>
            <dgm:constr type="r" for="ch" forName="tile3" refType="w" fact="0.5"/>
            <dgm:constr type="t" for="ch" forName="tile3" refType="h" fact="0.5"/>
            <dgm:constr type="l" for="ch" forName="tile3text" refType="l" refFor="ch" refForName="tile3"/>
            <dgm:constr type="b" for="ch" forName="tile3text" refType="b" refFor="ch" refForName="tile3"/>
            <dgm:constr type="w" for="ch" forName="tile3text" refType="w" refFor="ch" refForName="tile3"/>
            <dgm:constr type="h" for="ch" forName="tile3text" refType="h" refFor="ch" refForName="tile3" fact="0.75"/>
            <dgm:constr type="r" for="ch" forName="tile4" refType="w"/>
            <dgm:constr type="b" for="ch" forName="tile4" refType="h"/>
            <dgm:constr type="l" for="ch" forName="tile4" refType="w" fact="0.5"/>
            <dgm:constr type="t" for="ch" forName="tile4" refType="h" fact="0.5"/>
            <dgm:constr type="r" for="ch" forName="tile4text" refType="r" refFor="ch" refForName="tile4"/>
            <dgm:constr type="b" for="ch" forName="tile4text" refType="b" refFor="ch" refForName="tile4"/>
            <dgm:constr type="w" for="ch" forName="tile4text" refType="w" refFor="ch" refForName="tile4"/>
            <dgm:constr type="h" for="ch" forName="tile4text" refType="h" refFor="ch" refForName="tile4" fact="0.75"/>
          </dgm:constrLst>
          <dgm:ruleLst/>
          <dgm:layoutNode name="tile1" styleLbl="node1">
            <dgm:alg type="sp"/>
            <dgm:shape xmlns:r="http://schemas.openxmlformats.org/officeDocument/2006/relationships" rot="270" type="round1Rect" r:blip="">
              <dgm:adjLst/>
            </dgm:shape>
            <dgm:choose name="Name2">
              <dgm:if name="Name3" func="var" arg="dir" op="equ" val="norm">
                <dgm:presOf axis="ch ch desOrSelf" ptType="node node node" st="1 1 1" cnt="1 1 0"/>
              </dgm:if>
              <dgm:else name="Name4">
                <dgm:presOf axis="ch ch desOrSelf" ptType="node node node" st="1 2 1" cnt="1 1 0"/>
              </dgm:else>
            </dgm:choose>
            <dgm:constrLst/>
            <dgm:ruleLst/>
          </dgm:layoutNode>
          <dgm:layoutNode name="tile1text" styleLbl="node1">
            <dgm:varLst>
              <dgm:chMax val="0"/>
              <dgm:chPref val="0"/>
              <dgm:bulletEnabled val="1"/>
            </dgm:varLst>
            <dgm:choose name="Name5">
              <dgm:if name="Name6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7">
                <dgm:alg type="tx"/>
              </dgm:else>
            </dgm:choose>
            <dgm:shape xmlns:r="http://schemas.openxmlformats.org/officeDocument/2006/relationships" rot="270" type="rect" r:blip="" hideGeom="1">
              <dgm:adjLst>
                <dgm:adj idx="1" val="0.2"/>
              </dgm:adjLst>
            </dgm:shape>
            <dgm:choose name="Name8">
              <dgm:if name="Name9" func="var" arg="dir" op="equ" val="norm">
                <dgm:presOf axis="ch ch desOrSelf" ptType="node node node" st="1 1 1" cnt="1 1 0"/>
              </dgm:if>
              <dgm:else name="Name10">
                <dgm:presOf axis="ch ch desOrSelf" ptType="node node node" st="1 2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2" styleLbl="node1">
            <dgm:alg type="sp"/>
            <dgm:shape xmlns:r="http://schemas.openxmlformats.org/officeDocument/2006/relationships" type="round1Rect" r:blip="">
              <dgm:adjLst/>
            </dgm:shape>
            <dgm:choose name="Name11">
              <dgm:if name="Name12" func="var" arg="dir" op="equ" val="norm">
                <dgm:presOf axis="ch ch desOrSelf" ptType="node node node" st="1 2 1" cnt="1 1 0"/>
              </dgm:if>
              <dgm:else name="Name13">
                <dgm:presOf axis="ch ch desOrSelf" ptType="node node node" st="1 1 1" cnt="1 1 0"/>
              </dgm:else>
            </dgm:choose>
            <dgm:constrLst/>
            <dgm:ruleLst/>
          </dgm:layoutNode>
          <dgm:layoutNode name="tile2text" styleLbl="node1">
            <dgm:varLst>
              <dgm:chMax val="0"/>
              <dgm:chPref val="0"/>
              <dgm:bulletEnabled val="1"/>
            </dgm:varLst>
            <dgm:choose name="Name14">
              <dgm:if name="Name15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16">
                <dgm:alg type="tx"/>
              </dgm:else>
            </dgm:choose>
            <dgm:shape xmlns:r="http://schemas.openxmlformats.org/officeDocument/2006/relationships" type="rect" r:blip="" hideGeom="1">
              <dgm:adjLst/>
            </dgm:shape>
            <dgm:choose name="Name17">
              <dgm:if name="Name18" func="var" arg="dir" op="equ" val="norm">
                <dgm:presOf axis="ch ch desOrSelf" ptType="node node node" st="1 2 1" cnt="1 1 0"/>
              </dgm:if>
              <dgm:else name="Name19">
                <dgm:presOf axis="ch ch desOrSelf" ptType="node node node" st="1 1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3" styleLbl="node1">
            <dgm:alg type="sp"/>
            <dgm:shape xmlns:r="http://schemas.openxmlformats.org/officeDocument/2006/relationships" rot="180" type="round1Rect" r:blip="">
              <dgm:adjLst/>
            </dgm:shape>
            <dgm:choose name="Name20">
              <dgm:if name="Name21" func="var" arg="dir" op="equ" val="norm">
                <dgm:presOf axis="ch ch desOrSelf" ptType="node node node" st="1 3 1" cnt="1 1 0"/>
              </dgm:if>
              <dgm:else name="Name22">
                <dgm:presOf axis="ch ch desOrSelf" ptType="node node node" st="1 4 1" cnt="1 1 0"/>
              </dgm:else>
            </dgm:choose>
            <dgm:constrLst/>
            <dgm:ruleLst/>
          </dgm:layoutNode>
          <dgm:layoutNode name="tile3text" styleLbl="node1">
            <dgm:varLst>
              <dgm:chMax val="0"/>
              <dgm:chPref val="0"/>
              <dgm:bulletEnabled val="1"/>
            </dgm:varLst>
            <dgm:choose name="Name23">
              <dgm:if name="Name24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25">
                <dgm:alg type="tx"/>
              </dgm:else>
            </dgm:choose>
            <dgm:shape xmlns:r="http://schemas.openxmlformats.org/officeDocument/2006/relationships" rot="180" type="rect" r:blip="" hideGeom="1">
              <dgm:adjLst/>
            </dgm:shape>
            <dgm:choose name="Name26">
              <dgm:if name="Name27" func="var" arg="dir" op="equ" val="norm">
                <dgm:presOf axis="ch ch desOrSelf" ptType="node node node" st="1 3 1" cnt="1 1 0"/>
              </dgm:if>
              <dgm:else name="Name28">
                <dgm:presOf axis="ch ch desOrSelf" ptType="node node node" st="1 4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4" styleLbl="node1">
            <dgm:alg type="sp"/>
            <dgm:shape xmlns:r="http://schemas.openxmlformats.org/officeDocument/2006/relationships" rot="90" type="round1Rect" r:blip="">
              <dgm:adjLst/>
            </dgm:shape>
            <dgm:choose name="Name29">
              <dgm:if name="Name30" func="var" arg="dir" op="equ" val="norm">
                <dgm:presOf axis="ch ch desOrSelf" ptType="node node node" st="1 4 1" cnt="1 1 0"/>
              </dgm:if>
              <dgm:else name="Name31">
                <dgm:presOf axis="ch ch desOrSelf" ptType="node node node" st="1 3 1" cnt="1 1 0"/>
              </dgm:else>
            </dgm:choose>
            <dgm:constrLst/>
            <dgm:ruleLst/>
          </dgm:layoutNode>
          <dgm:layoutNode name="tile4text" styleLbl="node1">
            <dgm:varLst>
              <dgm:chMax val="0"/>
              <dgm:chPref val="0"/>
              <dgm:bulletEnabled val="1"/>
            </dgm:varLst>
            <dgm:choose name="Name32">
              <dgm:if name="Name33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34">
                <dgm:alg type="tx"/>
              </dgm:else>
            </dgm:choose>
            <dgm:shape xmlns:r="http://schemas.openxmlformats.org/officeDocument/2006/relationships" rot="90" type="rect" r:blip="" hideGeom="1">
              <dgm:adjLst/>
            </dgm:shape>
            <dgm:choose name="Name35">
              <dgm:if name="Name36" func="var" arg="dir" op="equ" val="norm">
                <dgm:presOf axis="ch ch desOrSelf" ptType="node node node" st="1 4 1" cnt="1 1 0"/>
              </dgm:if>
              <dgm:else name="Name37">
                <dgm:presOf axis="ch ch desOrSelf" ptType="node node node" st="1 3 1" cnt="1 1 0"/>
              </dgm:else>
            </dgm:choose>
            <dgm:constrLst/>
            <dgm:ruleLst>
              <dgm:rule type="primFontSz" val="5" fact="NaN" max="NaN"/>
            </dgm:ruleLst>
          </dgm:layoutNode>
        </dgm:layoutNode>
        <dgm:layoutNode name="centerTile" styleLbl="fgShp">
          <dgm:varLst>
            <dgm:chMax val="0"/>
            <dgm:chPref val="0"/>
          </dgm:varLst>
          <dgm:alg type="tx"/>
          <dgm:shape xmlns:r="http://schemas.openxmlformats.org/officeDocument/2006/relationships" type="roundRect" r:blip="">
            <dgm:adjLst/>
          </dgm:shape>
          <dgm:presOf axis="ch" ptType="node" cnt="1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8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BendingPictureCaptionList">
  <dgm:title val=""/>
  <dgm:desc val=""/>
  <dgm:catLst>
    <dgm:cat type="picture" pri="9000"/>
    <dgm:cat type="pictureconvert" pri="9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w" fact="1.11"/>
      <dgm:constr type="sp" refType="w" refFor="ch" refForName="composite" op="equ" fact="0.1"/>
      <dgm:constr type="w" for="ch" forName="sibTrans" refType="w" refFor="ch" refForName="composite" op="equ" fact="0.1"/>
      <dgm:constr type="h" for="ch" forName="sibTrans" refType="w" refFor="ch" refForName="sibTrans" op="equ"/>
    </dgm:constrLst>
    <dgm:forEach name="nodesForEach" axis="ch" ptType="node">
      <dgm:layoutNode name="composite">
        <dgm:alg type="composite">
          <dgm:param type="ar" val="1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"/>
              <dgm:constr type="t" for="ch" forName="rect1" refType="h" fact="0"/>
              <dgm:constr type="w" for="ch" forName="rect1" refType="w"/>
              <dgm:constr type="h" for="ch" forName="rect1" refType="h" fact="0.8"/>
              <dgm:constr type="l" for="ch" forName="wedgeRectCallout1" refType="w" fact="0.09"/>
              <dgm:constr type="t" for="ch" forName="wedgeRectCallout1" refType="h" fact="0.72"/>
              <dgm:constr type="w" for="ch" forName="wedgeRectCallout1" refType="w" fact="0.89"/>
              <dgm:constr type="h" for="ch" forName="wedgeRectCallout1" refType="h" fact="0.28"/>
            </dgm:constrLst>
          </dgm:if>
          <dgm:else name="Name6">
            <dgm:constrLst>
              <dgm:constr type="l" for="ch" forName="rect1" refType="w" fact="0"/>
              <dgm:constr type="t" for="ch" forName="rect1" refType="h" fact="0"/>
              <dgm:constr type="w" for="ch" forName="rect1" refType="w"/>
              <dgm:constr type="h" for="ch" forName="rect1" refType="h" fact="0.8"/>
              <dgm:constr type="l" for="ch" forName="wedgeRectCallout1" refType="w" fact="0.02"/>
              <dgm:constr type="t" for="ch" forName="wedgeRectCallout1" refType="h" fact="0.72"/>
              <dgm:constr type="w" for="ch" forName="wedgeRectCallout1" refType="w" fact="0.89"/>
              <dgm:constr type="h" for="ch" forName="wedgeRectCallout1" refType="h" fact="0.28"/>
            </dgm:constrLst>
          </dgm:else>
        </dgm:choose>
        <dgm:layoutNode name="rect1" styleLbl="b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  <dgm:layoutNode name="wedgeRectCallout1" styleLbl="node1">
          <dgm:varLst>
            <dgm:bulletEnabled val="1"/>
          </dgm:varLst>
          <dgm:alg type="tx"/>
          <dgm:choose name="Name7">
            <dgm:if name="Name8" func="var" arg="dir" op="equ" val="norm">
              <dgm:shape xmlns:r="http://schemas.openxmlformats.org/officeDocument/2006/relationships" type="wedgeRectCallout" r:blip="">
                <dgm:adjLst>
                  <dgm:adj idx="1" val="0.2025"/>
                  <dgm:adj idx="2" val="-0.607"/>
                </dgm:adjLst>
              </dgm:shape>
            </dgm:if>
            <dgm:else name="Name9">
              <dgm:shape xmlns:r="http://schemas.openxmlformats.org/officeDocument/2006/relationships" type="wedgeRectCallout" r:blip="">
                <dgm:adjLst>
                  <dgm:adj idx="1" val="-0.2025"/>
                  <dgm:adj idx="2" val="-0.607"/>
                </dgm:adjLst>
              </dgm:shape>
            </dgm:else>
          </dgm:choos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9449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3104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350A-74EA-4300-B222-87057E12AD02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93380961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350A-74EA-4300-B222-87057E12AD02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34998295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350A-74EA-4300-B222-87057E12AD02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30413483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350A-74EA-4300-B222-87057E12AD02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2048206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350A-74EA-4300-B222-87057E12AD02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76803835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350A-74EA-4300-B222-87057E12AD02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5154939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350A-74EA-4300-B222-87057E12AD02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133520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350A-74EA-4300-B222-87057E12AD02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082767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350A-74EA-4300-B222-87057E12AD02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1320854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350A-74EA-4300-B222-87057E12AD02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91299057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350A-74EA-4300-B222-87057E12AD02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906192711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3000"/>
                <a:satMod val="150000"/>
                <a:shade val="98000"/>
                <a:lumMod val="102000"/>
              </a:schemeClr>
            </a:gs>
            <a:gs pos="31000">
              <a:schemeClr val="bg2">
                <a:tint val="98000"/>
                <a:satMod val="130000"/>
                <a:shade val="90000"/>
                <a:lumMod val="103000"/>
              </a:schemeClr>
            </a:gs>
            <a:gs pos="100000">
              <a:schemeClr val="bg2">
                <a:shade val="63000"/>
                <a:satMod val="120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08350A-74EA-4300-B222-87057E12AD02}" type="datetimeFigureOut">
              <a:rPr lang="en-US" smtClean="0"/>
              <a:t>6/30/2025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4536775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05" r:id="rId1"/>
    <p:sldLayoutId id="2147484306" r:id="rId2"/>
    <p:sldLayoutId id="2147484307" r:id="rId3"/>
    <p:sldLayoutId id="2147484308" r:id="rId4"/>
    <p:sldLayoutId id="2147484309" r:id="rId5"/>
    <p:sldLayoutId id="2147484310" r:id="rId6"/>
    <p:sldLayoutId id="2147484311" r:id="rId7"/>
    <p:sldLayoutId id="2147484312" r:id="rId8"/>
    <p:sldLayoutId id="2147484313" r:id="rId9"/>
    <p:sldLayoutId id="2147484314" r:id="rId10"/>
    <p:sldLayoutId id="2147484315" r:id="rId11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239337"/>
            <a:ext cx="6858000" cy="1790700"/>
          </a:xfrm>
        </p:spPr>
        <p:txBody>
          <a:bodyPr anchor="ctr">
            <a:norm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sz="4800" b="1" dirty="0" smtClean="0"/>
              <a:t>NLP </a:t>
            </a:r>
            <a:r>
              <a:rPr lang="en-US" sz="4800" b="1" dirty="0" err="1"/>
              <a:t>Chatbot</a:t>
            </a:r>
            <a:r>
              <a:rPr lang="en-US" sz="4800" b="1" dirty="0"/>
              <a:t> Development using </a:t>
            </a:r>
            <a:r>
              <a:rPr lang="en-US" sz="4800" b="1" dirty="0" err="1"/>
              <a:t>Dialogflow</a:t>
            </a:r>
            <a:endParaRPr lang="en-US" b="1" dirty="0"/>
          </a:p>
        </p:txBody>
      </p:sp>
      <p:pic>
        <p:nvPicPr>
          <p:cNvPr id="10" name="Picture 2" descr="https://vulms.vu.edu.pk/App_Themes/Default/Images/logos/logo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6700" y="4035114"/>
            <a:ext cx="990600" cy="619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76533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 smtClean="0"/>
              <a:t>Title Page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spcBef>
                <a:spcPts val="0"/>
              </a:spcBef>
              <a:buNone/>
            </a:pPr>
            <a:r>
              <a:rPr lang="en-US" sz="2400" b="1" dirty="0">
                <a:latin typeface="+mj-lt"/>
              </a:rPr>
              <a:t>Project Title :  </a:t>
            </a:r>
            <a:r>
              <a:rPr lang="en-US" sz="2400" dirty="0" err="1">
                <a:latin typeface="+mj-lt"/>
              </a:rPr>
              <a:t>EatzAI</a:t>
            </a:r>
            <a:r>
              <a:rPr lang="en-US" sz="2400" dirty="0">
                <a:latin typeface="+mj-lt"/>
              </a:rPr>
              <a:t> – Restaurant </a:t>
            </a:r>
            <a:r>
              <a:rPr lang="en-US" sz="2400" dirty="0" err="1">
                <a:latin typeface="+mj-lt"/>
              </a:rPr>
              <a:t>Chatbot</a:t>
            </a:r>
            <a:r>
              <a:rPr lang="en-US" sz="2400" dirty="0">
                <a:latin typeface="+mj-lt"/>
              </a:rPr>
              <a:t> System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sz="2400" b="1" dirty="0" smtClean="0">
                <a:latin typeface="+mj-lt"/>
              </a:rPr>
              <a:t>Supervisor : </a:t>
            </a:r>
            <a:r>
              <a:rPr lang="en-US" sz="2400" dirty="0" smtClean="0">
                <a:latin typeface="+mj-lt"/>
              </a:rPr>
              <a:t>Abdullah </a:t>
            </a:r>
            <a:r>
              <a:rPr lang="en-US" sz="2400" dirty="0" err="1" smtClean="0">
                <a:latin typeface="+mj-lt"/>
              </a:rPr>
              <a:t>Qamar</a:t>
            </a:r>
            <a:r>
              <a:rPr lang="en-US" sz="2400" dirty="0" smtClean="0">
                <a:latin typeface="+mj-lt"/>
              </a:rPr>
              <a:t> (abdullah.qamar@vu.edu.pk)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sz="2400" b="1" dirty="0" smtClean="0">
                <a:latin typeface="+mj-lt"/>
              </a:rPr>
              <a:t>Group </a:t>
            </a:r>
            <a:r>
              <a:rPr lang="en-US" sz="2400" b="1" dirty="0">
                <a:latin typeface="+mj-lt"/>
              </a:rPr>
              <a:t>ID :  </a:t>
            </a:r>
            <a:r>
              <a:rPr lang="en-US" sz="2400" dirty="0">
                <a:latin typeface="+mj-lt"/>
              </a:rPr>
              <a:t>F24PROJECT7B8AC</a:t>
            </a:r>
          </a:p>
          <a:p>
            <a:pPr marL="0" lvl="0" indent="0">
              <a:spcBef>
                <a:spcPts val="1200"/>
              </a:spcBef>
              <a:buClr>
                <a:schemeClr val="dk1"/>
              </a:buClr>
              <a:buSzPts val="1100"/>
              <a:buNone/>
            </a:pPr>
            <a:r>
              <a:rPr lang="en-US" sz="2400" b="1" dirty="0">
                <a:latin typeface="+mj-lt"/>
              </a:rPr>
              <a:t>Student VUID :  </a:t>
            </a:r>
            <a:r>
              <a:rPr lang="en-US" sz="2400" dirty="0">
                <a:latin typeface="+mj-lt"/>
              </a:rPr>
              <a:t>BC200417404 </a:t>
            </a:r>
            <a:endParaRPr lang="en-US" sz="2400" dirty="0" smtClean="0">
              <a:latin typeface="+mj-lt"/>
            </a:endParaRPr>
          </a:p>
          <a:p>
            <a:pPr marL="0" lvl="0" indent="0">
              <a:spcBef>
                <a:spcPts val="1200"/>
              </a:spcBef>
              <a:buClr>
                <a:schemeClr val="dk1"/>
              </a:buClr>
              <a:buSzPts val="1100"/>
              <a:buNone/>
            </a:pPr>
            <a:r>
              <a:rPr lang="en-US" sz="2400" b="1" dirty="0" smtClean="0">
                <a:latin typeface="+mj-lt"/>
              </a:rPr>
              <a:t>Student Name : </a:t>
            </a:r>
            <a:r>
              <a:rPr lang="en-US" sz="2400" dirty="0" smtClean="0">
                <a:latin typeface="+mj-lt"/>
              </a:rPr>
              <a:t>Syed </a:t>
            </a:r>
            <a:r>
              <a:rPr lang="en-US" sz="2400" dirty="0" err="1" smtClean="0">
                <a:latin typeface="+mj-lt"/>
              </a:rPr>
              <a:t>Yahya</a:t>
            </a:r>
            <a:r>
              <a:rPr lang="en-US" sz="2400" dirty="0" smtClean="0">
                <a:latin typeface="+mj-lt"/>
              </a:rPr>
              <a:t> Masood</a:t>
            </a:r>
            <a:endParaRPr lang="en-US" sz="2400" dirty="0">
              <a:latin typeface="+mj-lt"/>
            </a:endParaRPr>
          </a:p>
          <a:p>
            <a:pPr marL="0" lvl="0" indent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None/>
            </a:pPr>
            <a:r>
              <a:rPr lang="en-US" sz="2400" b="1" dirty="0">
                <a:latin typeface="+mj-lt"/>
              </a:rPr>
              <a:t>GitHub: </a:t>
            </a:r>
            <a:r>
              <a:rPr lang="en-US" sz="2400" dirty="0">
                <a:latin typeface="+mj-lt"/>
              </a:rPr>
              <a:t>[https://github.com/Student-BC200417404/Prototype-Assignment-BC200417404/tree/main/src/restaurant_web]</a:t>
            </a: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922301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 smtClean="0"/>
              <a:t>Introduction</a:t>
            </a:r>
            <a:endParaRPr lang="en-US" dirty="0"/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 err="1"/>
              <a:t>EatzAI</a:t>
            </a:r>
            <a:r>
              <a:rPr lang="en-US" dirty="0"/>
              <a:t> is an AI-powered restaurant management </a:t>
            </a:r>
            <a:r>
              <a:rPr lang="en-US" dirty="0" err="1"/>
              <a:t>chatbot</a:t>
            </a:r>
            <a:r>
              <a:rPr lang="en-US" dirty="0"/>
              <a:t> system designed to streamline customer interactions using natural language. It enables users to place orders, reserve tables, browse the menu, and get answers to frequently asked questions—all through a conversational interface powered by Google </a:t>
            </a:r>
            <a:r>
              <a:rPr lang="en-US" dirty="0" err="1"/>
              <a:t>Dialogflow</a:t>
            </a:r>
            <a:r>
              <a:rPr lang="en-US" dirty="0"/>
              <a:t>. The system architecture is supported by a </a:t>
            </a:r>
            <a:r>
              <a:rPr lang="en-US" dirty="0" err="1"/>
              <a:t>Laravel</a:t>
            </a:r>
            <a:r>
              <a:rPr lang="en-US" dirty="0"/>
              <a:t> backend, which handles data management and API operations, while MySQL stores all essential information like orders, reservations, and menu items. </a:t>
            </a:r>
            <a:r>
              <a:rPr lang="en-US" dirty="0" err="1"/>
              <a:t>EatzAI</a:t>
            </a:r>
            <a:r>
              <a:rPr lang="en-US" dirty="0"/>
              <a:t> includes two main portals: the User Portal, where customers can manage their profile and view order/reservation history; and the Admin Portal, where restaurant staff can control menu items, view customer logs, and manage operational data. This modern solution improves both customer experience and restaurant efficiency through real-time, AI-driven interaction.</a:t>
            </a:r>
          </a:p>
        </p:txBody>
      </p:sp>
    </p:spTree>
    <p:extLst>
      <p:ext uri="{BB962C8B-B14F-4D97-AF65-F5344CB8AC3E}">
        <p14:creationId xmlns:p14="http://schemas.microsoft.com/office/powerpoint/2010/main" val="617684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4440243"/>
              </p:ext>
            </p:extLst>
          </p:nvPr>
        </p:nvGraphicFramePr>
        <p:xfrm>
          <a:off x="628650" y="1370013"/>
          <a:ext cx="7886700" cy="32623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45003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Objectives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2013327"/>
              </p:ext>
            </p:extLst>
          </p:nvPr>
        </p:nvGraphicFramePr>
        <p:xfrm>
          <a:off x="628650" y="1370013"/>
          <a:ext cx="7886700" cy="32623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69565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Scope of project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7027299"/>
              </p:ext>
            </p:extLst>
          </p:nvPr>
        </p:nvGraphicFramePr>
        <p:xfrm>
          <a:off x="628650" y="1370013"/>
          <a:ext cx="7886700" cy="32623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87098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28012466"/>
              </p:ext>
            </p:extLst>
          </p:nvPr>
        </p:nvGraphicFramePr>
        <p:xfrm>
          <a:off x="410818" y="808383"/>
          <a:ext cx="8044070" cy="38239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18783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 </a:t>
            </a:r>
            <a:r>
              <a:rPr lang="en-US" dirty="0" smtClean="0"/>
              <a:t>Diagram</a:t>
            </a:r>
            <a:endParaRPr lang="en-US" dirty="0"/>
          </a:p>
        </p:txBody>
      </p:sp>
      <p:pic>
        <p:nvPicPr>
          <p:cNvPr id="13" name="Content Placeholder 12"/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3391" y="1268017"/>
            <a:ext cx="3083150" cy="3672892"/>
          </a:xfrm>
          <a:gradFill>
            <a:gsLst>
              <a:gs pos="94000">
                <a:schemeClr val="tx1"/>
              </a:gs>
              <a:gs pos="0">
                <a:schemeClr val="accent1">
                  <a:lumMod val="40000"/>
                  <a:lumOff val="60000"/>
                </a:schemeClr>
              </a:gs>
            </a:gsLst>
            <a:lin ang="2700000" scaled="1"/>
          </a:gradFill>
        </p:spPr>
      </p:pic>
      <p:pic>
        <p:nvPicPr>
          <p:cNvPr id="12" name="Content Placeholder 11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393" y="1268016"/>
            <a:ext cx="2764764" cy="3672893"/>
          </a:xfrm>
          <a:gradFill>
            <a:gsLst>
              <a:gs pos="94000">
                <a:schemeClr val="tx1"/>
              </a:gs>
              <a:gs pos="0">
                <a:schemeClr val="accent1">
                  <a:lumMod val="40000"/>
                  <a:lumOff val="60000"/>
                </a:schemeClr>
              </a:gs>
            </a:gsLst>
            <a:lin ang="2700000" scaled="1"/>
          </a:gradFill>
        </p:spPr>
      </p:pic>
    </p:spTree>
    <p:extLst>
      <p:ext uri="{BB962C8B-B14F-4D97-AF65-F5344CB8AC3E}">
        <p14:creationId xmlns:p14="http://schemas.microsoft.com/office/powerpoint/2010/main" val="297964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557" y="1370013"/>
            <a:ext cx="5685181" cy="3467030"/>
          </a:xfrm>
          <a:gradFill>
            <a:gsLst>
              <a:gs pos="94000">
                <a:schemeClr val="tx1"/>
              </a:gs>
              <a:gs pos="0">
                <a:schemeClr val="accent1">
                  <a:lumMod val="40000"/>
                  <a:lumOff val="60000"/>
                </a:schemeClr>
              </a:gs>
            </a:gsLst>
            <a:lin ang="2700000" scaled="1"/>
          </a:gradFill>
        </p:spPr>
      </p:pic>
    </p:spTree>
    <p:extLst>
      <p:ext uri="{BB962C8B-B14F-4D97-AF65-F5344CB8AC3E}">
        <p14:creationId xmlns:p14="http://schemas.microsoft.com/office/powerpoint/2010/main" val="3340048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Dialogflow</a:t>
            </a:r>
            <a:r>
              <a:rPr lang="en-US" dirty="0"/>
              <a:t> Intents (Menu Navigation Intent Flow) 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652" y="1179444"/>
            <a:ext cx="3458817" cy="3657600"/>
          </a:xfrm>
          <a:gradFill>
            <a:gsLst>
              <a:gs pos="94000">
                <a:schemeClr val="tx1"/>
              </a:gs>
              <a:gs pos="0">
                <a:schemeClr val="accent1">
                  <a:lumMod val="40000"/>
                  <a:lumOff val="60000"/>
                </a:schemeClr>
              </a:gs>
            </a:gsLst>
            <a:lin ang="2700000" scaled="1"/>
          </a:gradFill>
        </p:spPr>
      </p:pic>
    </p:spTree>
    <p:extLst>
      <p:ext uri="{BB962C8B-B14F-4D97-AF65-F5344CB8AC3E}">
        <p14:creationId xmlns:p14="http://schemas.microsoft.com/office/powerpoint/2010/main" val="4272343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3000"/>
                <a:satMod val="150000"/>
                <a:shade val="98000"/>
                <a:lumMod val="102000"/>
              </a:schemeClr>
            </a:gs>
            <a:gs pos="31000">
              <a:schemeClr val="bg2">
                <a:tint val="98000"/>
                <a:satMod val="130000"/>
                <a:shade val="90000"/>
                <a:lumMod val="103000"/>
              </a:schemeClr>
            </a:gs>
            <a:gs pos="100000">
              <a:schemeClr val="bg2">
                <a:shade val="63000"/>
                <a:satMod val="120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Dialogflow</a:t>
            </a:r>
            <a:r>
              <a:rPr lang="en-US" dirty="0"/>
              <a:t> Intents </a:t>
            </a:r>
            <a:r>
              <a:rPr lang="en-US" dirty="0" smtClean="0"/>
              <a:t>(Order </a:t>
            </a:r>
            <a:r>
              <a:rPr lang="en-US" dirty="0"/>
              <a:t>Management </a:t>
            </a:r>
            <a:r>
              <a:rPr lang="en-US" dirty="0" smtClean="0"/>
              <a:t>Flow)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4330" y="1268016"/>
            <a:ext cx="4664765" cy="3608783"/>
          </a:xfrm>
          <a:gradFill>
            <a:gsLst>
              <a:gs pos="94000">
                <a:schemeClr val="tx1"/>
              </a:gs>
              <a:gs pos="0">
                <a:schemeClr val="accent1">
                  <a:lumMod val="40000"/>
                  <a:lumOff val="60000"/>
                </a:schemeClr>
              </a:gs>
            </a:gsLst>
            <a:lin ang="2700000" scaled="1"/>
          </a:gradFill>
        </p:spPr>
      </p:pic>
    </p:spTree>
    <p:extLst>
      <p:ext uri="{BB962C8B-B14F-4D97-AF65-F5344CB8AC3E}">
        <p14:creationId xmlns:p14="http://schemas.microsoft.com/office/powerpoint/2010/main" val="7081622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3000"/>
                <a:satMod val="150000"/>
                <a:shade val="98000"/>
                <a:lumMod val="102000"/>
              </a:schemeClr>
            </a:gs>
            <a:gs pos="31000">
              <a:schemeClr val="bg2">
                <a:tint val="98000"/>
                <a:satMod val="130000"/>
                <a:shade val="90000"/>
                <a:lumMod val="103000"/>
              </a:schemeClr>
            </a:gs>
            <a:gs pos="100000">
              <a:schemeClr val="bg2">
                <a:shade val="63000"/>
                <a:satMod val="120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Dialogflow</a:t>
            </a:r>
            <a:r>
              <a:rPr lang="en-US" dirty="0"/>
              <a:t> Intents </a:t>
            </a:r>
            <a:r>
              <a:rPr lang="en-US" dirty="0" smtClean="0"/>
              <a:t>(Reservation </a:t>
            </a:r>
            <a:r>
              <a:rPr lang="en-US" dirty="0"/>
              <a:t>Management </a:t>
            </a:r>
            <a:r>
              <a:rPr lang="en-US" dirty="0" smtClean="0"/>
              <a:t>Flow)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1079" y="1370012"/>
            <a:ext cx="4479234" cy="3480283"/>
          </a:xfrm>
          <a:gradFill>
            <a:gsLst>
              <a:gs pos="94000">
                <a:schemeClr val="tx1"/>
              </a:gs>
              <a:gs pos="0">
                <a:schemeClr val="accent1">
                  <a:lumMod val="40000"/>
                  <a:lumOff val="60000"/>
                </a:schemeClr>
              </a:gs>
            </a:gsLst>
            <a:lin ang="2700000" scaled="1"/>
          </a:gradFill>
        </p:spPr>
      </p:pic>
    </p:spTree>
    <p:extLst>
      <p:ext uri="{BB962C8B-B14F-4D97-AF65-F5344CB8AC3E}">
        <p14:creationId xmlns:p14="http://schemas.microsoft.com/office/powerpoint/2010/main" val="37829287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3000"/>
                <a:satMod val="150000"/>
                <a:shade val="98000"/>
                <a:lumMod val="102000"/>
              </a:schemeClr>
            </a:gs>
            <a:gs pos="31000">
              <a:schemeClr val="bg2">
                <a:tint val="98000"/>
                <a:satMod val="130000"/>
                <a:shade val="90000"/>
                <a:lumMod val="103000"/>
              </a:schemeClr>
            </a:gs>
            <a:gs pos="100000">
              <a:schemeClr val="bg2">
                <a:shade val="63000"/>
                <a:satMod val="120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799582"/>
          </a:xfrm>
        </p:spPr>
        <p:txBody>
          <a:bodyPr/>
          <a:lstStyle/>
          <a:p>
            <a:r>
              <a:rPr lang="en-US" dirty="0" smtClean="0"/>
              <a:t>Class Diagram</a:t>
            </a:r>
            <a:endParaRPr lang="en-US" dirty="0"/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49" y="1091202"/>
            <a:ext cx="7886701" cy="3852937"/>
          </a:xfrm>
        </p:spPr>
      </p:pic>
    </p:spTree>
    <p:extLst>
      <p:ext uri="{BB962C8B-B14F-4D97-AF65-F5344CB8AC3E}">
        <p14:creationId xmlns:p14="http://schemas.microsoft.com/office/powerpoint/2010/main" val="18249436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Design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29208004"/>
              </p:ext>
            </p:extLst>
          </p:nvPr>
        </p:nvGraphicFramePr>
        <p:xfrm>
          <a:off x="628650" y="1370013"/>
          <a:ext cx="7886700" cy="32623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726847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Plan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240549"/>
              </p:ext>
            </p:extLst>
          </p:nvPr>
        </p:nvGraphicFramePr>
        <p:xfrm>
          <a:off x="628650" y="1370013"/>
          <a:ext cx="7886700" cy="338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115684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85202354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919805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Key Activities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3013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Requirement Gathering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Nov 2024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Project idea finalization, </a:t>
                      </a:r>
                      <a:r>
                        <a:rPr lang="en-US" dirty="0" smtClean="0"/>
                        <a:t>requirement specification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21004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System Design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 2024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Use case diagrams, architecture, database &amp; UI designs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50413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Development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Jan – Feb 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Backend APIs in </a:t>
                      </a:r>
                      <a:r>
                        <a:rPr lang="en-US" dirty="0" err="1"/>
                        <a:t>Laravel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Dialogflow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chatbot</a:t>
                      </a:r>
                      <a:r>
                        <a:rPr lang="en-US" dirty="0"/>
                        <a:t> integration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5562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Integration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Mar 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Linking chatbot with backend, UI &amp; portal functionality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2977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Testing &amp; Validation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Mar – Apr 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Functional testing, test cases, bug fixing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1152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Documentation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April 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Final SRS, report writing, PPT preparation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37121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465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&amp; </a:t>
            </a:r>
            <a:r>
              <a:rPr lang="en-US" dirty="0" smtClean="0"/>
              <a:t>Reflection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05981239"/>
              </p:ext>
            </p:extLst>
          </p:nvPr>
        </p:nvGraphicFramePr>
        <p:xfrm>
          <a:off x="628650" y="1370013"/>
          <a:ext cx="7886700" cy="32623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87910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Q/A 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sz="half" idx="1"/>
          </p:nvPr>
        </p:nvSpPr>
        <p:spPr/>
        <p:txBody>
          <a:bodyPr anchor="t">
            <a:normAutofit fontScale="775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b="1" dirty="0" smtClean="0"/>
              <a:t>Summary</a:t>
            </a:r>
            <a:endParaRPr lang="en-US" b="1" dirty="0"/>
          </a:p>
          <a:p>
            <a:pPr>
              <a:lnSpc>
                <a:spcPct val="120000"/>
              </a:lnSpc>
            </a:pPr>
            <a:r>
              <a:rPr lang="en-US" dirty="0" err="1"/>
              <a:t>EatzAI</a:t>
            </a:r>
            <a:r>
              <a:rPr lang="en-US" dirty="0"/>
              <a:t> is a smart restaurant </a:t>
            </a:r>
            <a:r>
              <a:rPr lang="en-US" dirty="0" err="1"/>
              <a:t>chatbot</a:t>
            </a:r>
            <a:r>
              <a:rPr lang="en-US" dirty="0"/>
              <a:t> system powered by </a:t>
            </a:r>
            <a:r>
              <a:rPr lang="en-US" dirty="0" err="1"/>
              <a:t>Dialogflow</a:t>
            </a:r>
            <a:r>
              <a:rPr lang="en-US" dirty="0"/>
              <a:t> NLP and a </a:t>
            </a:r>
            <a:r>
              <a:rPr lang="en-US" dirty="0" err="1"/>
              <a:t>Laravel</a:t>
            </a:r>
            <a:r>
              <a:rPr lang="en-US" dirty="0"/>
              <a:t> backend.</a:t>
            </a:r>
          </a:p>
          <a:p>
            <a:pPr>
              <a:lnSpc>
                <a:spcPct val="120000"/>
              </a:lnSpc>
            </a:pPr>
            <a:r>
              <a:rPr lang="en-US" dirty="0"/>
              <a:t>It automates food ordering, table reservations, menu viewing, and FAQs through natural language interaction.</a:t>
            </a:r>
          </a:p>
          <a:p>
            <a:pPr>
              <a:lnSpc>
                <a:spcPct val="120000"/>
              </a:lnSpc>
            </a:pPr>
            <a:r>
              <a:rPr lang="en-US" dirty="0"/>
              <a:t>Admin and user portals allow seamless backend management and tracking.</a:t>
            </a:r>
          </a:p>
          <a:p>
            <a:pPr marL="0" indent="0">
              <a:buNone/>
            </a:pPr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sz="half" idx="2"/>
          </p:nvPr>
        </p:nvSpPr>
        <p:spPr/>
        <p:txBody>
          <a:bodyPr anchor="t">
            <a:normAutofit fontScale="775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b="1" dirty="0"/>
              <a:t>Impact</a:t>
            </a:r>
          </a:p>
          <a:p>
            <a:pPr>
              <a:lnSpc>
                <a:spcPct val="120000"/>
              </a:lnSpc>
            </a:pPr>
            <a:r>
              <a:rPr lang="en-US" dirty="0"/>
              <a:t>Enhances customer experience through real-time communication.</a:t>
            </a:r>
          </a:p>
          <a:p>
            <a:pPr>
              <a:lnSpc>
                <a:spcPct val="120000"/>
              </a:lnSpc>
            </a:pPr>
            <a:r>
              <a:rPr lang="en-US" dirty="0"/>
              <a:t>Reduces staff workload by automating common queries and actions.</a:t>
            </a:r>
          </a:p>
          <a:p>
            <a:pPr>
              <a:lnSpc>
                <a:spcPct val="120000"/>
              </a:lnSpc>
            </a:pPr>
            <a:r>
              <a:rPr lang="en-US" dirty="0"/>
              <a:t>Demonstrates the integration of AI with traditional backend systems.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7706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826198"/>
            <a:ext cx="7886700" cy="994172"/>
          </a:xfrm>
        </p:spPr>
        <p:txBody>
          <a:bodyPr/>
          <a:lstStyle/>
          <a:p>
            <a:pPr algn="ctr"/>
            <a:r>
              <a:rPr lang="en-US" b="1" dirty="0" smtClean="0"/>
              <a:t>Thank You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670751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283</TotalTime>
  <Words>532</Words>
  <Application>Microsoft Office PowerPoint</Application>
  <PresentationFormat>On-screen Show (16:9)</PresentationFormat>
  <Paragraphs>94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Calibri</vt:lpstr>
      <vt:lpstr>Calibri Light</vt:lpstr>
      <vt:lpstr>Arial</vt:lpstr>
      <vt:lpstr>Office Theme</vt:lpstr>
      <vt:lpstr>NLP Chatbot Development using Dialogflow</vt:lpstr>
      <vt:lpstr>Title Page</vt:lpstr>
      <vt:lpstr>Introduction</vt:lpstr>
      <vt:lpstr>Problem Statement</vt:lpstr>
      <vt:lpstr>Project Objectives</vt:lpstr>
      <vt:lpstr>Scope of project</vt:lpstr>
      <vt:lpstr>PowerPoint Presentation</vt:lpstr>
      <vt:lpstr>Use Case Diagram</vt:lpstr>
      <vt:lpstr>System Architecture</vt:lpstr>
      <vt:lpstr>Dialogflow Intents (Menu Navigation Intent Flow) </vt:lpstr>
      <vt:lpstr>Dialogflow Intents (Order Management Flow)</vt:lpstr>
      <vt:lpstr>Dialogflow Intents (Reservation Management Flow)</vt:lpstr>
      <vt:lpstr>Class Diagram</vt:lpstr>
      <vt:lpstr>Interface Design</vt:lpstr>
      <vt:lpstr>Work Plan</vt:lpstr>
      <vt:lpstr>Learning &amp; Reflection</vt:lpstr>
      <vt:lpstr>Conclusion &amp; Q/A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EatzAI  NLP Chatbot Development using Dialogflow</dc:title>
  <dc:creator>Syed Yahya Masood</dc:creator>
  <cp:lastModifiedBy>SYED YAHYA MASOOD</cp:lastModifiedBy>
  <cp:revision>30</cp:revision>
  <dcterms:modified xsi:type="dcterms:W3CDTF">2025-06-30T12:22:17Z</dcterms:modified>
</cp:coreProperties>
</file>